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6" r:id="rId2"/>
  </p:sldMasterIdLst>
  <p:notesMasterIdLst>
    <p:notesMasterId r:id="rId23"/>
  </p:notesMasterIdLst>
  <p:handoutMasterIdLst>
    <p:handoutMasterId r:id="rId24"/>
  </p:handoutMasterIdLst>
  <p:sldIdLst>
    <p:sldId id="362" r:id="rId3"/>
    <p:sldId id="363" r:id="rId4"/>
    <p:sldId id="369" r:id="rId5"/>
    <p:sldId id="391" r:id="rId6"/>
    <p:sldId id="387" r:id="rId7"/>
    <p:sldId id="392" r:id="rId8"/>
    <p:sldId id="393" r:id="rId9"/>
    <p:sldId id="388" r:id="rId10"/>
    <p:sldId id="394" r:id="rId11"/>
    <p:sldId id="395" r:id="rId12"/>
    <p:sldId id="396" r:id="rId13"/>
    <p:sldId id="389" r:id="rId14"/>
    <p:sldId id="397" r:id="rId15"/>
    <p:sldId id="398" r:id="rId16"/>
    <p:sldId id="399" r:id="rId17"/>
    <p:sldId id="390" r:id="rId18"/>
    <p:sldId id="400" r:id="rId19"/>
    <p:sldId id="401" r:id="rId20"/>
    <p:sldId id="402" r:id="rId21"/>
    <p:sldId id="366" r:id="rId22"/>
  </p:sldIdLst>
  <p:sldSz cx="12192000" cy="6858000"/>
  <p:notesSz cx="6858000" cy="9144000"/>
  <p:custDataLst>
    <p:tags r:id="rId2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6F58"/>
    <a:srgbClr val="01527F"/>
    <a:srgbClr val="011C27"/>
    <a:srgbClr val="FCF7DA"/>
    <a:srgbClr val="DF2123"/>
    <a:srgbClr val="F49E00"/>
    <a:srgbClr val="4256A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858"/>
    <p:restoredTop sz="96331" autoAdjust="0"/>
  </p:normalViewPr>
  <p:slideViewPr>
    <p:cSldViewPr snapToGrid="0" snapToObjects="1">
      <p:cViewPr varScale="1">
        <p:scale>
          <a:sx n="110" d="100"/>
          <a:sy n="110" d="100"/>
        </p:scale>
        <p:origin x="1044" y="13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96" d="100"/>
        <a:sy n="196" d="100"/>
      </p:scale>
      <p:origin x="0" y="0"/>
    </p:cViewPr>
  </p:sorterViewPr>
  <p:notesViewPr>
    <p:cSldViewPr snapToGrid="0" snapToObjects="1">
      <p:cViewPr varScale="1">
        <p:scale>
          <a:sx n="95" d="100"/>
          <a:sy n="95" d="100"/>
        </p:scale>
        <p:origin x="250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dPt>
            <c:idx val="0"/>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1-D64A-1C4F-97FD-6BA9FC9A2B70}"/>
              </c:ext>
            </c:extLst>
          </c:dPt>
          <c:dPt>
            <c:idx val="1"/>
            <c:bubble3D val="0"/>
            <c:spPr>
              <a:solidFill>
                <a:schemeClr val="bg1">
                  <a:lumMod val="75000"/>
                </a:schemeClr>
              </a:solidFill>
              <a:ln w="19050">
                <a:solidFill>
                  <a:schemeClr val="lt1"/>
                </a:solidFill>
              </a:ln>
              <a:effectLst/>
            </c:spPr>
            <c:extLst>
              <c:ext xmlns:c16="http://schemas.microsoft.com/office/drawing/2014/chart" uri="{C3380CC4-5D6E-409C-BE32-E72D297353CC}">
                <c16:uniqueId val="{00000003-D64A-1C4F-97FD-6BA9FC9A2B70}"/>
              </c:ext>
            </c:extLst>
          </c:dPt>
          <c:dPt>
            <c:idx val="2"/>
            <c:bubble3D val="0"/>
            <c:spPr>
              <a:gradFill>
                <a:gsLst>
                  <a:gs pos="0">
                    <a:srgbClr val="0070C0"/>
                  </a:gs>
                  <a:gs pos="100000">
                    <a:schemeClr val="accent5">
                      <a:lumMod val="75000"/>
                    </a:schemeClr>
                  </a:gs>
                </a:gsLst>
                <a:lin ang="18900000" scaled="1"/>
              </a:gradFill>
              <a:ln w="19050">
                <a:solidFill>
                  <a:schemeClr val="lt1"/>
                </a:solidFill>
              </a:ln>
              <a:effectLst/>
            </c:spPr>
            <c:extLst>
              <c:ext xmlns:c16="http://schemas.microsoft.com/office/drawing/2014/chart" uri="{C3380CC4-5D6E-409C-BE32-E72D297353CC}">
                <c16:uniqueId val="{00000005-D64A-1C4F-97FD-6BA9FC9A2B70}"/>
              </c:ext>
            </c:extLst>
          </c:dPt>
          <c:dPt>
            <c:idx val="3"/>
            <c:bubble3D val="0"/>
            <c:spPr>
              <a:solidFill>
                <a:schemeClr val="bg1">
                  <a:lumMod val="95000"/>
                </a:schemeClr>
              </a:solidFill>
              <a:ln w="19050">
                <a:solidFill>
                  <a:schemeClr val="lt1"/>
                </a:solidFill>
              </a:ln>
              <a:effectLst/>
            </c:spPr>
            <c:extLst>
              <c:ext xmlns:c16="http://schemas.microsoft.com/office/drawing/2014/chart" uri="{C3380CC4-5D6E-409C-BE32-E72D297353CC}">
                <c16:uniqueId val="{00000007-D64A-1C4F-97FD-6BA9FC9A2B70}"/>
              </c:ext>
            </c:extLst>
          </c:dPt>
          <c:cat>
            <c:strRef>
              <c:f>Sheet1!$A$2:$A$5</c:f>
              <c:strCache>
                <c:ptCount val="4"/>
                <c:pt idx="0">
                  <c:v>类别A</c:v>
                </c:pt>
                <c:pt idx="1">
                  <c:v>类别B</c:v>
                </c:pt>
                <c:pt idx="2">
                  <c:v>类别C</c:v>
                </c:pt>
                <c:pt idx="3">
                  <c:v>类别A</c:v>
                </c:pt>
              </c:strCache>
            </c:strRef>
          </c:cat>
          <c:val>
            <c:numRef>
              <c:f>Sheet1!$B$2:$B$5</c:f>
              <c:numCache>
                <c:formatCode>0.00%</c:formatCode>
                <c:ptCount val="4"/>
                <c:pt idx="0">
                  <c:v>0.35699999999999998</c:v>
                </c:pt>
                <c:pt idx="1">
                  <c:v>0.22700000000000001</c:v>
                </c:pt>
                <c:pt idx="2">
                  <c:v>0.30099999999999999</c:v>
                </c:pt>
                <c:pt idx="3">
                  <c:v>0.115</c:v>
                </c:pt>
              </c:numCache>
            </c:numRef>
          </c:val>
          <c:extLst>
            <c:ext xmlns:c16="http://schemas.microsoft.com/office/drawing/2014/chart" uri="{C3380CC4-5D6E-409C-BE32-E72D297353CC}">
              <c16:uniqueId val="{00000008-D64A-1C4F-97FD-6BA9FC9A2B70}"/>
            </c:ext>
          </c:extLst>
        </c:ser>
        <c:dLbls>
          <c:showLegendKey val="0"/>
          <c:showVal val="0"/>
          <c:showCatName val="0"/>
          <c:showSerName val="0"/>
          <c:showPercent val="0"/>
          <c:showBubbleSize val="0"/>
          <c:showLeaderLines val="1"/>
        </c:dLbls>
        <c:firstSliceAng val="0"/>
        <c:holeSize val="62"/>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gradFill>
              <a:gsLst>
                <a:gs pos="0">
                  <a:srgbClr val="0070C0"/>
                </a:gs>
                <a:gs pos="100000">
                  <a:schemeClr val="accent5">
                    <a:lumMod val="75000"/>
                  </a:schemeClr>
                </a:gs>
              </a:gsLst>
              <a:lin ang="18900000" scaled="1"/>
            </a:gradFill>
            <a:ln>
              <a:noFill/>
            </a:ln>
            <a:effectLst/>
          </c:spPr>
          <c:invertIfNegative val="0"/>
          <c:dPt>
            <c:idx val="4"/>
            <c:invertIfNegative val="0"/>
            <c:bubble3D val="0"/>
            <c:spPr>
              <a:gradFill>
                <a:gsLst>
                  <a:gs pos="0">
                    <a:srgbClr val="0070C0"/>
                  </a:gs>
                  <a:gs pos="100000">
                    <a:schemeClr val="accent5">
                      <a:lumMod val="75000"/>
                    </a:schemeClr>
                  </a:gs>
                </a:gsLst>
                <a:lin ang="18900000" scaled="1"/>
              </a:gradFill>
              <a:ln>
                <a:noFill/>
              </a:ln>
              <a:effectLst/>
            </c:spPr>
            <c:extLst>
              <c:ext xmlns:c16="http://schemas.microsoft.com/office/drawing/2014/chart" uri="{C3380CC4-5D6E-409C-BE32-E72D297353CC}">
                <c16:uniqueId val="{00000001-DA30-8242-B918-B9838CF69E5C}"/>
              </c:ext>
            </c:extLst>
          </c:dPt>
          <c:dLbls>
            <c:dLbl>
              <c:idx val="0"/>
              <c:tx>
                <c:rich>
                  <a:bodyPr/>
                  <a:lstStyle/>
                  <a:p>
                    <a:fld id="{2C079AE3-2405-4D58-A3C5-D9E763395412}" type="VALUE">
                      <a:rPr lang="en-US" altLang="zh-CN">
                        <a:latin typeface="思源黑体" panose="020B0500000000000000" pitchFamily="34" charset="-122"/>
                        <a:ea typeface="思源黑体" panose="020B0500000000000000" pitchFamily="34" charset="-122"/>
                      </a:rPr>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DA30-8242-B918-B9838CF69E5C}"/>
                </c:ext>
              </c:extLst>
            </c:dLbl>
            <c:dLbl>
              <c:idx val="1"/>
              <c:tx>
                <c:rich>
                  <a:bodyPr/>
                  <a:lstStyle/>
                  <a:p>
                    <a:fld id="{C95AEF71-9028-4AA8-9750-19DE7DD0FF8F}" type="VALUE">
                      <a:rPr lang="en-US" altLang="zh-CN">
                        <a:latin typeface="思源黑体" panose="020B0500000000000000" pitchFamily="34" charset="-122"/>
                        <a:ea typeface="思源黑体" panose="020B0500000000000000" pitchFamily="34" charset="-122"/>
                      </a:rPr>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A30-8242-B918-B9838CF69E5C}"/>
                </c:ext>
              </c:extLst>
            </c:dLbl>
            <c:dLbl>
              <c:idx val="2"/>
              <c:tx>
                <c:rich>
                  <a:bodyPr/>
                  <a:lstStyle/>
                  <a:p>
                    <a:fld id="{A7E2514A-E6EC-492C-A83E-FC3310519CC6}" type="VALUE">
                      <a:rPr lang="en-US" altLang="zh-CN">
                        <a:latin typeface="思源黑体" panose="020B0500000000000000" pitchFamily="34" charset="-122"/>
                        <a:ea typeface="思源黑体" panose="020B0500000000000000" pitchFamily="34" charset="-122"/>
                      </a:rPr>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DA30-8242-B918-B9838CF69E5C}"/>
                </c:ext>
              </c:extLst>
            </c:dLbl>
            <c:dLbl>
              <c:idx val="3"/>
              <c:tx>
                <c:rich>
                  <a:bodyPr/>
                  <a:lstStyle/>
                  <a:p>
                    <a:fld id="{CA04D96B-53E8-4429-9648-0D55D55D042B}" type="VALUE">
                      <a:rPr lang="en-US" altLang="zh-CN">
                        <a:latin typeface="思源黑体" panose="020B0500000000000000" pitchFamily="34" charset="-122"/>
                        <a:ea typeface="思源黑体" panose="020B0500000000000000" pitchFamily="34" charset="-122"/>
                      </a:rPr>
                      <a:pPr/>
                      <a:t>[值]</a:t>
                    </a:fld>
                    <a:endParaRPr lang="zh-CN" alt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DA30-8242-B918-B9838CF69E5C}"/>
                </c:ext>
              </c:extLst>
            </c:dLbl>
            <c:spPr>
              <a:noFill/>
              <a:ln>
                <a:noFill/>
              </a:ln>
              <a:effectLst/>
            </c:spPr>
            <c:txPr>
              <a:bodyPr rot="0" spcFirstLastPara="1" vertOverflow="ellipsis" vert="horz" wrap="square" lIns="38100" tIns="19050" rIns="38100" bIns="19050" anchor="ctr" anchorCtr="0">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kumimoji="0" lang="en-US" altLang="zh-CN" sz="1200" b="0" i="0" u="none" strike="noStrike" kern="1200" cap="none" spc="0" normalizeH="0" baseline="0">
                    <a:ln>
                      <a:noFill/>
                    </a:ln>
                    <a:solidFill>
                      <a:schemeClr val="bg1">
                        <a:lumMod val="50000"/>
                      </a:schemeClr>
                    </a:solidFill>
                    <a:effectLst/>
                    <a:uLnTx/>
                    <a:uFillTx/>
                    <a:latin typeface="+mn-ea"/>
                    <a:ea typeface="+mn-ea"/>
                    <a:cs typeface="阿里巴巴普惠体 R" panose="00020600040101010101" pitchFamily="18"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一季度</c:v>
                </c:pt>
                <c:pt idx="1">
                  <c:v>二季度</c:v>
                </c:pt>
                <c:pt idx="2">
                  <c:v>三季度</c:v>
                </c:pt>
                <c:pt idx="3">
                  <c:v>四季度</c:v>
                </c:pt>
              </c:strCache>
            </c:strRef>
          </c:cat>
          <c:val>
            <c:numRef>
              <c:f>Sheet1!$B$2:$B$5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6-DA30-8242-B918-B9838CF69E5C}"/>
            </c:ext>
          </c:extLst>
        </c:ser>
        <c:dLbls>
          <c:dLblPos val="outEnd"/>
          <c:showLegendKey val="0"/>
          <c:showVal val="1"/>
          <c:showCatName val="0"/>
          <c:showSerName val="0"/>
          <c:showPercent val="0"/>
          <c:showBubbleSize val="0"/>
        </c:dLbls>
        <c:gapWidth val="219"/>
        <c:overlap val="-27"/>
        <c:axId val="1084469888"/>
        <c:axId val="927609936"/>
      </c:barChart>
      <c:catAx>
        <c:axId val="1084469888"/>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marL="0" marR="0" lvl="0" indent="0" algn="just" defTabSz="914400" rtl="0" eaLnBrk="1" fontAlgn="auto" latinLnBrk="0" hangingPunct="1">
              <a:lnSpc>
                <a:spcPct val="100000"/>
              </a:lnSpc>
              <a:spcBef>
                <a:spcPts val="0"/>
              </a:spcBef>
              <a:spcAft>
                <a:spcPts val="0"/>
              </a:spcAft>
              <a:buClrTx/>
              <a:buSzTx/>
              <a:buFontTx/>
              <a:buNone/>
              <a:tabLst/>
              <a:defRPr kumimoji="0" lang="en-US" altLang="zh-CN" sz="1200" b="0" i="0" u="none" strike="noStrike" kern="1200" cap="none" spc="0" normalizeH="0" baseline="0">
                <a:ln>
                  <a:noFill/>
                </a:ln>
                <a:solidFill>
                  <a:schemeClr val="bg1">
                    <a:lumMod val="50000"/>
                  </a:schemeClr>
                </a:solidFill>
                <a:effectLst/>
                <a:uLnTx/>
                <a:uFillTx/>
                <a:latin typeface="+mn-ea"/>
                <a:ea typeface="+mn-ea"/>
                <a:cs typeface="阿里巴巴普惠体 R" panose="00020600040101010101" pitchFamily="18" charset="-122"/>
              </a:defRPr>
            </a:pPr>
            <a:endParaRPr lang="zh-CN"/>
          </a:p>
        </c:txPr>
        <c:crossAx val="927609936"/>
        <c:crosses val="autoZero"/>
        <c:auto val="1"/>
        <c:lblAlgn val="ctr"/>
        <c:lblOffset val="100"/>
        <c:noMultiLvlLbl val="0"/>
      </c:catAx>
      <c:valAx>
        <c:axId val="927609936"/>
        <c:scaling>
          <c:orientation val="minMax"/>
        </c:scaling>
        <c:delete val="1"/>
        <c:axPos val="l"/>
        <c:numFmt formatCode="General" sourceLinked="1"/>
        <c:majorTickMark val="out"/>
        <c:minorTickMark val="none"/>
        <c:tickLblPos val="nextTo"/>
        <c:crossAx val="10844698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4B3C7D-7ED1-A34F-BCFC-1C01389AE58C}" type="datetimeFigureOut">
              <a:rPr kumimoji="1" lang="zh-CN" altLang="en-US" smtClean="0"/>
              <a:t>2026/7/24</a:t>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CED8CE-3D9F-CA47-A17E-9AD879C3B1C0}" type="slidenum">
              <a:rPr kumimoji="1" lang="zh-CN" altLang="en-US" smtClean="0"/>
              <a:t>‹#›</a:t>
            </a:fld>
            <a:endParaRPr kumimoji="1" lang="zh-CN" altLang="en-US"/>
          </a:p>
        </p:txBody>
      </p:sp>
    </p:spTree>
    <p:extLst>
      <p:ext uri="{BB962C8B-B14F-4D97-AF65-F5344CB8AC3E}">
        <p14:creationId xmlns:p14="http://schemas.microsoft.com/office/powerpoint/2010/main" val="3970302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CF2CF-5EF1-D24F-8F8B-C67282AA038A}" type="datetimeFigureOut">
              <a:rPr kumimoji="1" lang="zh-CN" altLang="en-US" smtClean="0"/>
              <a:t>2026/7/24</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70782-008B-5B48-B01C-A994AC4AA046}" type="slidenum">
              <a:rPr kumimoji="1" lang="zh-CN" altLang="en-US" smtClean="0"/>
              <a:t>‹#›</a:t>
            </a:fld>
            <a:endParaRPr kumimoji="1" lang="zh-CN" altLang="en-US"/>
          </a:p>
        </p:txBody>
      </p:sp>
    </p:spTree>
    <p:extLst>
      <p:ext uri="{BB962C8B-B14F-4D97-AF65-F5344CB8AC3E}">
        <p14:creationId xmlns:p14="http://schemas.microsoft.com/office/powerpoint/2010/main" val="47636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1</a:t>
            </a:fld>
            <a:endParaRPr lang="zh-CN" altLang="en-US"/>
          </a:p>
        </p:txBody>
      </p:sp>
    </p:spTree>
    <p:extLst>
      <p:ext uri="{BB962C8B-B14F-4D97-AF65-F5344CB8AC3E}">
        <p14:creationId xmlns:p14="http://schemas.microsoft.com/office/powerpoint/2010/main" val="29181430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2</a:t>
            </a:fld>
            <a:endParaRPr lang="zh-CN" altLang="en-US"/>
          </a:p>
        </p:txBody>
      </p:sp>
    </p:spTree>
    <p:extLst>
      <p:ext uri="{BB962C8B-B14F-4D97-AF65-F5344CB8AC3E}">
        <p14:creationId xmlns:p14="http://schemas.microsoft.com/office/powerpoint/2010/main" val="24579859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10"/>
          </p:nvPr>
        </p:nvSpPr>
        <p:spPr/>
        <p:txBody>
          <a:bodyPr/>
          <a:lstStyle/>
          <a:p>
            <a:fld id="{E2E3AE05-7DD1-4AF0-924E-BEEA496F3737}" type="slidenum">
              <a:rPr lang="zh-CN" altLang="en-US" smtClean="0"/>
              <a:t>3</a:t>
            </a:fld>
            <a:endParaRPr lang="zh-CN" altLang="en-US"/>
          </a:p>
        </p:txBody>
      </p:sp>
    </p:spTree>
    <p:extLst>
      <p:ext uri="{BB962C8B-B14F-4D97-AF65-F5344CB8AC3E}">
        <p14:creationId xmlns:p14="http://schemas.microsoft.com/office/powerpoint/2010/main" val="3701964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06BE7-44FA-77FA-568F-4713A28618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A3529D-CCF9-C95F-432F-EBDC7C82DDB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0B5CF16-0DA0-D224-7B87-7A7F9C1752B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C3D798A-F03B-2E94-B314-0FB3584B22A7}"/>
              </a:ext>
            </a:extLst>
          </p:cNvPr>
          <p:cNvSpPr>
            <a:spLocks noGrp="1"/>
          </p:cNvSpPr>
          <p:nvPr>
            <p:ph type="sldNum" sz="quarter" idx="10"/>
          </p:nvPr>
        </p:nvSpPr>
        <p:spPr/>
        <p:txBody>
          <a:bodyPr/>
          <a:lstStyle/>
          <a:p>
            <a:fld id="{E2E3AE05-7DD1-4AF0-924E-BEEA496F3737}" type="slidenum">
              <a:rPr lang="zh-CN" altLang="en-US" smtClean="0"/>
              <a:t>4</a:t>
            </a:fld>
            <a:endParaRPr lang="zh-CN" altLang="en-US"/>
          </a:p>
        </p:txBody>
      </p:sp>
    </p:spTree>
    <p:extLst>
      <p:ext uri="{BB962C8B-B14F-4D97-AF65-F5344CB8AC3E}">
        <p14:creationId xmlns:p14="http://schemas.microsoft.com/office/powerpoint/2010/main" val="273712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5</a:t>
            </a:fld>
            <a:endParaRPr lang="zh-CN" altLang="en-US"/>
          </a:p>
        </p:txBody>
      </p:sp>
    </p:spTree>
    <p:extLst>
      <p:ext uri="{BB962C8B-B14F-4D97-AF65-F5344CB8AC3E}">
        <p14:creationId xmlns:p14="http://schemas.microsoft.com/office/powerpoint/2010/main" val="32762891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5BDFD-23C6-319E-5F5E-B55075C6F2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E9E141-33D2-02AB-E8E6-589F71D231B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BB7C34-F31D-821E-A52E-B3A89AF480C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66DCB56-C81A-E88A-94D8-FE2A45795C33}"/>
              </a:ext>
            </a:extLst>
          </p:cNvPr>
          <p:cNvSpPr>
            <a:spLocks noGrp="1"/>
          </p:cNvSpPr>
          <p:nvPr>
            <p:ph type="sldNum" sz="quarter" idx="10"/>
          </p:nvPr>
        </p:nvSpPr>
        <p:spPr/>
        <p:txBody>
          <a:bodyPr/>
          <a:lstStyle/>
          <a:p>
            <a:fld id="{E2E3AE05-7DD1-4AF0-924E-BEEA496F3737}" type="slidenum">
              <a:rPr lang="zh-CN" altLang="en-US" smtClean="0"/>
              <a:t>6</a:t>
            </a:fld>
            <a:endParaRPr lang="zh-CN" altLang="en-US"/>
          </a:p>
        </p:txBody>
      </p:sp>
    </p:spTree>
    <p:extLst>
      <p:ext uri="{BB962C8B-B14F-4D97-AF65-F5344CB8AC3E}">
        <p14:creationId xmlns:p14="http://schemas.microsoft.com/office/powerpoint/2010/main" val="3054960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0B6F8-0496-FB23-901C-1DF370CB41F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C4F219E-BE72-0AA8-DB83-1E49DAB1DF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7DAF6F-88AF-DE40-113B-2D02DA67C9C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1B5FCA3-93D4-1D79-8FAA-6FD5EF79A0E0}"/>
              </a:ext>
            </a:extLst>
          </p:cNvPr>
          <p:cNvSpPr>
            <a:spLocks noGrp="1"/>
          </p:cNvSpPr>
          <p:nvPr>
            <p:ph type="sldNum" sz="quarter" idx="10"/>
          </p:nvPr>
        </p:nvSpPr>
        <p:spPr/>
        <p:txBody>
          <a:bodyPr/>
          <a:lstStyle/>
          <a:p>
            <a:fld id="{E2E3AE05-7DD1-4AF0-924E-BEEA496F3737}" type="slidenum">
              <a:rPr lang="zh-CN" altLang="en-US" smtClean="0"/>
              <a:t>7</a:t>
            </a:fld>
            <a:endParaRPr lang="zh-CN" altLang="en-US"/>
          </a:p>
        </p:txBody>
      </p:sp>
    </p:spTree>
    <p:extLst>
      <p:ext uri="{BB962C8B-B14F-4D97-AF65-F5344CB8AC3E}">
        <p14:creationId xmlns:p14="http://schemas.microsoft.com/office/powerpoint/2010/main" val="1410067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5AE478-F464-2D6F-8C87-4163444B719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4E43FC-5BBE-444C-8B00-720ACA302F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B2EA21E-D92D-C6CA-6928-4E908E2A292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D5C0E9C-B3C8-5D51-00A8-D1801067D87E}"/>
              </a:ext>
            </a:extLst>
          </p:cNvPr>
          <p:cNvSpPr>
            <a:spLocks noGrp="1"/>
          </p:cNvSpPr>
          <p:nvPr>
            <p:ph type="sldNum" sz="quarter" idx="10"/>
          </p:nvPr>
        </p:nvSpPr>
        <p:spPr/>
        <p:txBody>
          <a:bodyPr/>
          <a:lstStyle/>
          <a:p>
            <a:fld id="{E2E3AE05-7DD1-4AF0-924E-BEEA496F3737}" type="slidenum">
              <a:rPr lang="zh-CN" altLang="en-US" smtClean="0"/>
              <a:t>8</a:t>
            </a:fld>
            <a:endParaRPr lang="zh-CN" altLang="en-US"/>
          </a:p>
        </p:txBody>
      </p:sp>
    </p:spTree>
    <p:extLst>
      <p:ext uri="{BB962C8B-B14F-4D97-AF65-F5344CB8AC3E}">
        <p14:creationId xmlns:p14="http://schemas.microsoft.com/office/powerpoint/2010/main" val="3668815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CF902-9580-4FDC-805B-083326CC5B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9FF4928-A7FC-6F81-DD24-8DF701B090B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0E3ED6-343C-E955-E8BD-B3327F0EE5B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059192A-116D-69D7-08FE-07BAB84A1662}"/>
              </a:ext>
            </a:extLst>
          </p:cNvPr>
          <p:cNvSpPr>
            <a:spLocks noGrp="1"/>
          </p:cNvSpPr>
          <p:nvPr>
            <p:ph type="sldNum" sz="quarter" idx="10"/>
          </p:nvPr>
        </p:nvSpPr>
        <p:spPr/>
        <p:txBody>
          <a:bodyPr/>
          <a:lstStyle/>
          <a:p>
            <a:fld id="{E2E3AE05-7DD1-4AF0-924E-BEEA496F3737}" type="slidenum">
              <a:rPr lang="zh-CN" altLang="en-US" smtClean="0"/>
              <a:t>9</a:t>
            </a:fld>
            <a:endParaRPr lang="zh-CN" altLang="en-US"/>
          </a:p>
        </p:txBody>
      </p:sp>
    </p:spTree>
    <p:extLst>
      <p:ext uri="{BB962C8B-B14F-4D97-AF65-F5344CB8AC3E}">
        <p14:creationId xmlns:p14="http://schemas.microsoft.com/office/powerpoint/2010/main" val="2588653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06C58E-A9DB-0C41-1180-77193971BD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7ADCD1-D71E-40C7-5707-A8018334798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F6A715B-F86E-929F-DD6B-7CCDA1C167E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3583ACA-B1EB-A28D-FA95-B1641FECE11D}"/>
              </a:ext>
            </a:extLst>
          </p:cNvPr>
          <p:cNvSpPr>
            <a:spLocks noGrp="1"/>
          </p:cNvSpPr>
          <p:nvPr>
            <p:ph type="sldNum" sz="quarter" idx="10"/>
          </p:nvPr>
        </p:nvSpPr>
        <p:spPr/>
        <p:txBody>
          <a:bodyPr/>
          <a:lstStyle/>
          <a:p>
            <a:fld id="{E2E3AE05-7DD1-4AF0-924E-BEEA496F3737}" type="slidenum">
              <a:rPr lang="zh-CN" altLang="en-US" smtClean="0"/>
              <a:t>10</a:t>
            </a:fld>
            <a:endParaRPr lang="zh-CN" altLang="en-US"/>
          </a:p>
        </p:txBody>
      </p:sp>
    </p:spTree>
    <p:extLst>
      <p:ext uri="{BB962C8B-B14F-4D97-AF65-F5344CB8AC3E}">
        <p14:creationId xmlns:p14="http://schemas.microsoft.com/office/powerpoint/2010/main" val="31606217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E9E00-A67C-691E-14B9-B55A073A22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B1B86F-00BF-0146-870D-CC482815238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05D5418-6CAC-87C4-2BB4-98F35208703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FAF305E-871B-B16C-CE82-2BE92518940E}"/>
              </a:ext>
            </a:extLst>
          </p:cNvPr>
          <p:cNvSpPr>
            <a:spLocks noGrp="1"/>
          </p:cNvSpPr>
          <p:nvPr>
            <p:ph type="sldNum" sz="quarter" idx="10"/>
          </p:nvPr>
        </p:nvSpPr>
        <p:spPr/>
        <p:txBody>
          <a:bodyPr/>
          <a:lstStyle/>
          <a:p>
            <a:fld id="{E2E3AE05-7DD1-4AF0-924E-BEEA496F3737}" type="slidenum">
              <a:rPr lang="zh-CN" altLang="en-US" smtClean="0"/>
              <a:t>11</a:t>
            </a:fld>
            <a:endParaRPr lang="zh-CN" altLang="en-US"/>
          </a:p>
        </p:txBody>
      </p:sp>
    </p:spTree>
    <p:extLst>
      <p:ext uri="{BB962C8B-B14F-4D97-AF65-F5344CB8AC3E}">
        <p14:creationId xmlns:p14="http://schemas.microsoft.com/office/powerpoint/2010/main" val="34625284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A2C2-F77E-836D-7694-BCB1CC297E1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C8FF40-493F-95B2-0178-DB4B19CE246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E8962E-C5C2-26B3-62CA-37EEFBF63C83}"/>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5C23EF3-2D4F-6D9A-4640-7F6B65E4C3F0}"/>
              </a:ext>
            </a:extLst>
          </p:cNvPr>
          <p:cNvSpPr>
            <a:spLocks noGrp="1"/>
          </p:cNvSpPr>
          <p:nvPr>
            <p:ph type="sldNum" sz="quarter" idx="10"/>
          </p:nvPr>
        </p:nvSpPr>
        <p:spPr/>
        <p:txBody>
          <a:bodyPr/>
          <a:lstStyle/>
          <a:p>
            <a:fld id="{E2E3AE05-7DD1-4AF0-924E-BEEA496F3737}" type="slidenum">
              <a:rPr lang="zh-CN" altLang="en-US" smtClean="0"/>
              <a:t>12</a:t>
            </a:fld>
            <a:endParaRPr lang="zh-CN" altLang="en-US"/>
          </a:p>
        </p:txBody>
      </p:sp>
    </p:spTree>
    <p:extLst>
      <p:ext uri="{BB962C8B-B14F-4D97-AF65-F5344CB8AC3E}">
        <p14:creationId xmlns:p14="http://schemas.microsoft.com/office/powerpoint/2010/main" val="28993554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C9E09-FE06-FC3D-1AEA-C2ABF6F2D8A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8D967A8-E2DF-8DF9-56FB-DC3DF9D708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08E7B0E-B6A6-2282-CD1B-2BF2F24E2DD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B64A714-4620-0730-CA93-C6141022EA9C}"/>
              </a:ext>
            </a:extLst>
          </p:cNvPr>
          <p:cNvSpPr>
            <a:spLocks noGrp="1"/>
          </p:cNvSpPr>
          <p:nvPr>
            <p:ph type="sldNum" sz="quarter" idx="10"/>
          </p:nvPr>
        </p:nvSpPr>
        <p:spPr/>
        <p:txBody>
          <a:bodyPr/>
          <a:lstStyle/>
          <a:p>
            <a:fld id="{E2E3AE05-7DD1-4AF0-924E-BEEA496F3737}" type="slidenum">
              <a:rPr lang="zh-CN" altLang="en-US" smtClean="0"/>
              <a:t>13</a:t>
            </a:fld>
            <a:endParaRPr lang="zh-CN" altLang="en-US"/>
          </a:p>
        </p:txBody>
      </p:sp>
    </p:spTree>
    <p:extLst>
      <p:ext uri="{BB962C8B-B14F-4D97-AF65-F5344CB8AC3E}">
        <p14:creationId xmlns:p14="http://schemas.microsoft.com/office/powerpoint/2010/main" val="3491076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78228-772C-D23F-CB27-BA858DCE60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64A3879-CB70-FDB1-135C-F28F91B7491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E6886C-3D9E-17E5-9D10-81C0A574368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C09EC6F-10F6-DA46-916E-B98A1B2C9AB1}"/>
              </a:ext>
            </a:extLst>
          </p:cNvPr>
          <p:cNvSpPr>
            <a:spLocks noGrp="1"/>
          </p:cNvSpPr>
          <p:nvPr>
            <p:ph type="sldNum" sz="quarter" idx="10"/>
          </p:nvPr>
        </p:nvSpPr>
        <p:spPr/>
        <p:txBody>
          <a:bodyPr/>
          <a:lstStyle/>
          <a:p>
            <a:fld id="{E2E3AE05-7DD1-4AF0-924E-BEEA496F3737}" type="slidenum">
              <a:rPr lang="zh-CN" altLang="en-US" smtClean="0"/>
              <a:t>14</a:t>
            </a:fld>
            <a:endParaRPr lang="zh-CN" altLang="en-US"/>
          </a:p>
        </p:txBody>
      </p:sp>
    </p:spTree>
    <p:extLst>
      <p:ext uri="{BB962C8B-B14F-4D97-AF65-F5344CB8AC3E}">
        <p14:creationId xmlns:p14="http://schemas.microsoft.com/office/powerpoint/2010/main" val="19162476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D3F29-A507-094B-160E-A33B9333A22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E0AFA8-8A8C-1083-8FF6-230725D504C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CBD9C5B-F86A-32AA-DC19-2CA1DB37446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9AAEFF1-0C71-B09F-4187-91440649363C}"/>
              </a:ext>
            </a:extLst>
          </p:cNvPr>
          <p:cNvSpPr>
            <a:spLocks noGrp="1"/>
          </p:cNvSpPr>
          <p:nvPr>
            <p:ph type="sldNum" sz="quarter" idx="10"/>
          </p:nvPr>
        </p:nvSpPr>
        <p:spPr/>
        <p:txBody>
          <a:bodyPr/>
          <a:lstStyle/>
          <a:p>
            <a:fld id="{E2E3AE05-7DD1-4AF0-924E-BEEA496F3737}" type="slidenum">
              <a:rPr lang="zh-CN" altLang="en-US" smtClean="0"/>
              <a:t>15</a:t>
            </a:fld>
            <a:endParaRPr lang="zh-CN" altLang="en-US"/>
          </a:p>
        </p:txBody>
      </p:sp>
    </p:spTree>
    <p:extLst>
      <p:ext uri="{BB962C8B-B14F-4D97-AF65-F5344CB8AC3E}">
        <p14:creationId xmlns:p14="http://schemas.microsoft.com/office/powerpoint/2010/main" val="35669047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DAA7B-0DC3-3B45-0CBE-75F9AB81FF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EEC023-39A2-910F-AE14-C5FD3BA2ED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6A3370B-CD35-1DD2-AEFA-52116ABF959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9EDB7D7-032C-125A-E798-11680FB7FDAF}"/>
              </a:ext>
            </a:extLst>
          </p:cNvPr>
          <p:cNvSpPr>
            <a:spLocks noGrp="1"/>
          </p:cNvSpPr>
          <p:nvPr>
            <p:ph type="sldNum" sz="quarter" idx="10"/>
          </p:nvPr>
        </p:nvSpPr>
        <p:spPr/>
        <p:txBody>
          <a:bodyPr/>
          <a:lstStyle/>
          <a:p>
            <a:fld id="{E2E3AE05-7DD1-4AF0-924E-BEEA496F3737}" type="slidenum">
              <a:rPr lang="zh-CN" altLang="en-US" smtClean="0"/>
              <a:t>16</a:t>
            </a:fld>
            <a:endParaRPr lang="zh-CN" altLang="en-US"/>
          </a:p>
        </p:txBody>
      </p:sp>
    </p:spTree>
    <p:extLst>
      <p:ext uri="{BB962C8B-B14F-4D97-AF65-F5344CB8AC3E}">
        <p14:creationId xmlns:p14="http://schemas.microsoft.com/office/powerpoint/2010/main" val="1991667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E4FBA-4CAD-DAFF-F586-FB28A7CFCE3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191C35-4A36-C979-6F4E-D33C9D681C2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ED37F6-4831-DED0-1B22-7FC79D8FD3F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F7999F0-796F-F6D2-A10E-AD5BF81B972A}"/>
              </a:ext>
            </a:extLst>
          </p:cNvPr>
          <p:cNvSpPr>
            <a:spLocks noGrp="1"/>
          </p:cNvSpPr>
          <p:nvPr>
            <p:ph type="sldNum" sz="quarter" idx="10"/>
          </p:nvPr>
        </p:nvSpPr>
        <p:spPr/>
        <p:txBody>
          <a:bodyPr/>
          <a:lstStyle/>
          <a:p>
            <a:fld id="{E2E3AE05-7DD1-4AF0-924E-BEEA496F3737}" type="slidenum">
              <a:rPr lang="zh-CN" altLang="en-US" smtClean="0"/>
              <a:t>17</a:t>
            </a:fld>
            <a:endParaRPr lang="zh-CN" altLang="en-US"/>
          </a:p>
        </p:txBody>
      </p:sp>
    </p:spTree>
    <p:extLst>
      <p:ext uri="{BB962C8B-B14F-4D97-AF65-F5344CB8AC3E}">
        <p14:creationId xmlns:p14="http://schemas.microsoft.com/office/powerpoint/2010/main" val="29573110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58FB8-EA4E-5DC4-0B28-9AB8F7FCB8F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E0DDC02-B908-01EF-D2FB-9DD84E495A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5F14855-4D4C-71A4-13C8-3EFDCA72A26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C076C73-0AD1-45C3-E83D-B26ED4F7D868}"/>
              </a:ext>
            </a:extLst>
          </p:cNvPr>
          <p:cNvSpPr>
            <a:spLocks noGrp="1"/>
          </p:cNvSpPr>
          <p:nvPr>
            <p:ph type="sldNum" sz="quarter" idx="10"/>
          </p:nvPr>
        </p:nvSpPr>
        <p:spPr/>
        <p:txBody>
          <a:bodyPr/>
          <a:lstStyle/>
          <a:p>
            <a:fld id="{E2E3AE05-7DD1-4AF0-924E-BEEA496F3737}" type="slidenum">
              <a:rPr lang="zh-CN" altLang="en-US" smtClean="0"/>
              <a:t>18</a:t>
            </a:fld>
            <a:endParaRPr lang="zh-CN" altLang="en-US"/>
          </a:p>
        </p:txBody>
      </p:sp>
    </p:spTree>
    <p:extLst>
      <p:ext uri="{BB962C8B-B14F-4D97-AF65-F5344CB8AC3E}">
        <p14:creationId xmlns:p14="http://schemas.microsoft.com/office/powerpoint/2010/main" val="24896977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0E565-2EB4-4E57-2217-F53C15940CC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C8D586E-D670-F2D8-633E-C3BE1FD7B9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1ABFA47-74B0-8CA3-CA43-AC75F6FBAD2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AA6221F-087B-A020-2044-D3FD443B7B64}"/>
              </a:ext>
            </a:extLst>
          </p:cNvPr>
          <p:cNvSpPr>
            <a:spLocks noGrp="1"/>
          </p:cNvSpPr>
          <p:nvPr>
            <p:ph type="sldNum" sz="quarter" idx="10"/>
          </p:nvPr>
        </p:nvSpPr>
        <p:spPr/>
        <p:txBody>
          <a:bodyPr/>
          <a:lstStyle/>
          <a:p>
            <a:fld id="{E2E3AE05-7DD1-4AF0-924E-BEEA496F3737}" type="slidenum">
              <a:rPr lang="zh-CN" altLang="en-US" smtClean="0"/>
              <a:t>19</a:t>
            </a:fld>
            <a:endParaRPr lang="zh-CN" altLang="en-US"/>
          </a:p>
        </p:txBody>
      </p:sp>
    </p:spTree>
    <p:extLst>
      <p:ext uri="{BB962C8B-B14F-4D97-AF65-F5344CB8AC3E}">
        <p14:creationId xmlns:p14="http://schemas.microsoft.com/office/powerpoint/2010/main" val="37972353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t>20</a:t>
            </a:fld>
            <a:endParaRPr lang="zh-CN" altLang="en-US"/>
          </a:p>
        </p:txBody>
      </p:sp>
    </p:spTree>
    <p:extLst>
      <p:ext uri="{BB962C8B-B14F-4D97-AF65-F5344CB8AC3E}">
        <p14:creationId xmlns:p14="http://schemas.microsoft.com/office/powerpoint/2010/main" val="10411399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www.1ppt.com/xiazai/"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AAB9450-E95F-E61D-10A2-D9917ED65DC5}"/>
              </a:ext>
            </a:extLst>
          </p:cNvPr>
          <p:cNvSpPr/>
          <p:nvPr userDrawn="1"/>
        </p:nvSpPr>
        <p:spPr>
          <a:xfrm>
            <a:off x="0" y="6476999"/>
            <a:ext cx="12192000" cy="38100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矩形 2">
            <a:extLst>
              <a:ext uri="{FF2B5EF4-FFF2-40B4-BE49-F238E27FC236}">
                <a16:creationId xmlns:a16="http://schemas.microsoft.com/office/drawing/2014/main" id="{BE67AAD2-4E82-6857-3735-40B81E39ACC1}"/>
              </a:ext>
            </a:extLst>
          </p:cNvPr>
          <p:cNvSpPr/>
          <p:nvPr userDrawn="1"/>
        </p:nvSpPr>
        <p:spPr>
          <a:xfrm>
            <a:off x="0" y="0"/>
            <a:ext cx="12192000" cy="1059141"/>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4" name="图片 3">
            <a:extLst>
              <a:ext uri="{FF2B5EF4-FFF2-40B4-BE49-F238E27FC236}">
                <a16:creationId xmlns:a16="http://schemas.microsoft.com/office/drawing/2014/main" id="{05091899-2C90-6B85-ED2A-EAD4D741EBA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80457" y="38609"/>
            <a:ext cx="811543" cy="1020532"/>
          </a:xfrm>
          <a:prstGeom prst="rect">
            <a:avLst/>
          </a:prstGeom>
        </p:spPr>
      </p:pic>
    </p:spTree>
    <p:extLst>
      <p:ext uri="{BB962C8B-B14F-4D97-AF65-F5344CB8AC3E}">
        <p14:creationId xmlns:p14="http://schemas.microsoft.com/office/powerpoint/2010/main" val="81243633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91647152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22119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65280256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3" name="TextBox 9">
            <a:extLst>
              <a:ext uri="{FF2B5EF4-FFF2-40B4-BE49-F238E27FC236}">
                <a16:creationId xmlns:a16="http://schemas.microsoft.com/office/drawing/2014/main" id="{D2CF65A5-37FB-0248-EBFF-82B5517FDC5F}"/>
              </a:ext>
            </a:extLst>
          </p:cNvPr>
          <p:cNvSpPr txBox="1"/>
          <p:nvPr userDrawn="1"/>
        </p:nvSpPr>
        <p:spPr>
          <a:xfrm>
            <a:off x="11725472" y="50426"/>
            <a:ext cx="432049"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下载</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http://www.1ppt.com/xiazai/</a:t>
            </a:r>
          </a:p>
        </p:txBody>
      </p:sp>
    </p:spTree>
    <p:extLst>
      <p:ext uri="{BB962C8B-B14F-4D97-AF65-F5344CB8AC3E}">
        <p14:creationId xmlns:p14="http://schemas.microsoft.com/office/powerpoint/2010/main" val="10877082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2026/7/24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9141591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2026/7/24</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26526913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250327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3457156"/>
      </p:ext>
    </p:extLst>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5" r:id="rId4"/>
    <p:sldLayoutId id="2147483660" r:id="rId5"/>
  </p:sldLayoutIdLst>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8176196"/>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7" Type="http://schemas.openxmlformats.org/officeDocument/2006/relationships/image" Target="../media/image7.jpeg"/><Relationship Id="rId2" Type="http://schemas.openxmlformats.org/officeDocument/2006/relationships/slideLayout" Target="../slideLayouts/slideLayout1.xml"/><Relationship Id="rId1" Type="http://schemas.openxmlformats.org/officeDocument/2006/relationships/tags" Target="../tags/tag2.xml"/><Relationship Id="rId6" Type="http://schemas.openxmlformats.org/officeDocument/2006/relationships/image" Target="../media/image6.jpeg"/><Relationship Id="rId5" Type="http://schemas.openxmlformats.org/officeDocument/2006/relationships/image" Target="../media/image5.jpeg"/><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chart" Target="../charts/chart2.xml"/><Relationship Id="rId4" Type="http://schemas.openxmlformats.org/officeDocument/2006/relationships/chart" Target="../charts/char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B8069279-4C72-66CD-C25A-EA044E44533B}"/>
              </a:ext>
            </a:extLst>
          </p:cNvPr>
          <p:cNvSpPr/>
          <p:nvPr/>
        </p:nvSpPr>
        <p:spPr>
          <a:xfrm>
            <a:off x="0" y="5326003"/>
            <a:ext cx="12192000" cy="15319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矩形 15">
            <a:extLst>
              <a:ext uri="{FF2B5EF4-FFF2-40B4-BE49-F238E27FC236}">
                <a16:creationId xmlns:a16="http://schemas.microsoft.com/office/drawing/2014/main" id="{B314B00F-FAF0-483D-0DA5-E6B27EFDF75E}"/>
              </a:ext>
            </a:extLst>
          </p:cNvPr>
          <p:cNvSpPr/>
          <p:nvPr/>
        </p:nvSpPr>
        <p:spPr>
          <a:xfrm>
            <a:off x="9728200" y="0"/>
            <a:ext cx="2463800" cy="685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文本框 1">
            <a:extLst>
              <a:ext uri="{FF2B5EF4-FFF2-40B4-BE49-F238E27FC236}">
                <a16:creationId xmlns:a16="http://schemas.microsoft.com/office/drawing/2014/main" id="{EAD63BC3-7280-F442-BD82-148EC9BBD1BB}"/>
              </a:ext>
            </a:extLst>
          </p:cNvPr>
          <p:cNvSpPr txBox="1"/>
          <p:nvPr/>
        </p:nvSpPr>
        <p:spPr>
          <a:xfrm>
            <a:off x="424953" y="306902"/>
            <a:ext cx="5412059" cy="2492990"/>
          </a:xfrm>
          <a:prstGeom prst="rect">
            <a:avLst/>
          </a:prstGeom>
          <a:noFill/>
        </p:spPr>
        <p:txBody>
          <a:bodyPr wrap="none" rtlCol="0">
            <a:spAutoFit/>
          </a:bodyPr>
          <a:lstStyle/>
          <a:p>
            <a:r>
              <a:rPr kumimoji="1" lang="en-US" altLang="zh-CN" sz="15200" dirty="0">
                <a:solidFill>
                  <a:schemeClr val="bg1">
                    <a:lumMod val="95000"/>
                  </a:schemeClr>
                </a:solidFill>
                <a:latin typeface="Source Han Sans CN Heavy" panose="020B0500000000000000" pitchFamily="34" charset="-128"/>
                <a:ea typeface="Source Han Sans CN Heavy" panose="020B0500000000000000" pitchFamily="34" charset="-128"/>
              </a:rPr>
              <a:t>2O2X</a:t>
            </a:r>
            <a:endParaRPr kumimoji="1" lang="zh-CN" altLang="en-US" sz="15200" dirty="0">
              <a:solidFill>
                <a:schemeClr val="bg1">
                  <a:lumMod val="95000"/>
                </a:schemeClr>
              </a:solidFill>
              <a:latin typeface="Source Han Sans CN Heavy" panose="020B0500000000000000" pitchFamily="34" charset="-128"/>
              <a:ea typeface="Source Han Sans CN Heavy" panose="020B0500000000000000" pitchFamily="34" charset="-128"/>
            </a:endParaRPr>
          </a:p>
        </p:txBody>
      </p:sp>
      <p:sp>
        <p:nvSpPr>
          <p:cNvPr id="3" name="文本框 2">
            <a:extLst>
              <a:ext uri="{FF2B5EF4-FFF2-40B4-BE49-F238E27FC236}">
                <a16:creationId xmlns:a16="http://schemas.microsoft.com/office/drawing/2014/main" id="{BA469EFE-6AD3-8642-B38E-9B89C8340B9F}"/>
              </a:ext>
            </a:extLst>
          </p:cNvPr>
          <p:cNvSpPr txBox="1"/>
          <p:nvPr/>
        </p:nvSpPr>
        <p:spPr>
          <a:xfrm>
            <a:off x="487680" y="2269989"/>
            <a:ext cx="8072119" cy="1415772"/>
          </a:xfrm>
          <a:prstGeom prst="rect">
            <a:avLst/>
          </a:prstGeom>
          <a:noFill/>
        </p:spPr>
        <p:txBody>
          <a:bodyPr wrap="square" rtlCol="0">
            <a:spAutoFit/>
          </a:bodyPr>
          <a:lstStyle/>
          <a:p>
            <a:pPr algn="dist"/>
            <a:r>
              <a:rPr kumimoji="1" lang="zh-CN" altLang="en-US" sz="6800" dirty="0">
                <a:solidFill>
                  <a:schemeClr val="tx1">
                    <a:lumMod val="75000"/>
                    <a:lumOff val="25000"/>
                  </a:schemeClr>
                </a:solidFill>
                <a:latin typeface="+mj-ea"/>
                <a:ea typeface="+mj-ea"/>
              </a:rPr>
              <a:t>驭</a:t>
            </a:r>
            <a:r>
              <a:rPr kumimoji="1" lang="zh-CN" altLang="en-US" sz="8600" dirty="0">
                <a:solidFill>
                  <a:srgbClr val="0070C0"/>
                </a:solidFill>
                <a:latin typeface="思源宋体 CN Heavy" panose="02020900000000000000" pitchFamily="18" charset="-122"/>
                <a:ea typeface="思源宋体 CN Heavy" panose="02020900000000000000" pitchFamily="18" charset="-122"/>
              </a:rPr>
              <a:t>势</a:t>
            </a:r>
            <a:r>
              <a:rPr kumimoji="1" lang="zh-CN" altLang="en-US" sz="6800" dirty="0">
                <a:solidFill>
                  <a:schemeClr val="tx1">
                    <a:lumMod val="75000"/>
                    <a:lumOff val="25000"/>
                  </a:schemeClr>
                </a:solidFill>
                <a:latin typeface="+mj-ea"/>
                <a:ea typeface="+mj-ea"/>
              </a:rPr>
              <a:t>而上 </a:t>
            </a:r>
            <a:r>
              <a:rPr kumimoji="1" lang="zh-CN" altLang="en-US" sz="8600" dirty="0">
                <a:solidFill>
                  <a:srgbClr val="0070C0"/>
                </a:solidFill>
                <a:latin typeface="思源宋体 CN Heavy" panose="02020900000000000000" pitchFamily="18" charset="-122"/>
                <a:ea typeface="思源宋体 CN Heavy" panose="02020900000000000000" pitchFamily="18" charset="-122"/>
              </a:rPr>
              <a:t>砺行</a:t>
            </a:r>
            <a:r>
              <a:rPr kumimoji="1" lang="zh-CN" altLang="en-US" sz="6800" dirty="0">
                <a:solidFill>
                  <a:schemeClr val="tx1">
                    <a:lumMod val="75000"/>
                    <a:lumOff val="25000"/>
                  </a:schemeClr>
                </a:solidFill>
                <a:latin typeface="+mj-ea"/>
                <a:ea typeface="+mj-ea"/>
              </a:rPr>
              <a:t>致远</a:t>
            </a:r>
          </a:p>
        </p:txBody>
      </p:sp>
      <p:sp>
        <p:nvSpPr>
          <p:cNvPr id="4" name="文本框 3">
            <a:extLst>
              <a:ext uri="{FF2B5EF4-FFF2-40B4-BE49-F238E27FC236}">
                <a16:creationId xmlns:a16="http://schemas.microsoft.com/office/drawing/2014/main" id="{B5C4D7F4-BE28-6541-9306-8A639DD444CD}"/>
              </a:ext>
            </a:extLst>
          </p:cNvPr>
          <p:cNvSpPr txBox="1"/>
          <p:nvPr/>
        </p:nvSpPr>
        <p:spPr>
          <a:xfrm>
            <a:off x="492760" y="4147910"/>
            <a:ext cx="6400800" cy="472502"/>
          </a:xfrm>
          <a:prstGeom prst="rect">
            <a:avLst/>
          </a:prstGeom>
          <a:noFill/>
        </p:spPr>
        <p:txBody>
          <a:bodyPr wrap="square" rtlCol="0">
            <a:spAutoFit/>
          </a:bodyPr>
          <a:lstStyle/>
          <a:p>
            <a:pPr>
              <a:lnSpc>
                <a:spcPct val="150000"/>
              </a:lnSpc>
            </a:pPr>
            <a:r>
              <a:rPr kumimoji="1" lang="en" altLang="zh-CN" sz="900" dirty="0">
                <a:solidFill>
                  <a:schemeClr val="bg1">
                    <a:lumMod val="65000"/>
                  </a:schemeClr>
                </a:solidFill>
                <a:latin typeface="+mn-ea"/>
              </a:rPr>
              <a:t>YOUR CONTENT IS ENTERED HERE, OR BY COPYING YOUR TEXT, SELECT PASTE IN THIS BOX AND CHOOSE TO RETAIN ONLY TEXT. YOUR CONTENT IS TYPED HERE, OR BY COPYING YOUR TEXT, SELECT PASTE IN THIS BOX.</a:t>
            </a:r>
          </a:p>
        </p:txBody>
      </p:sp>
      <p:sp>
        <p:nvSpPr>
          <p:cNvPr id="5" name="矩形 4">
            <a:extLst>
              <a:ext uri="{FF2B5EF4-FFF2-40B4-BE49-F238E27FC236}">
                <a16:creationId xmlns:a16="http://schemas.microsoft.com/office/drawing/2014/main" id="{65900DA2-1C7D-53ED-443C-8B823455010A}"/>
              </a:ext>
            </a:extLst>
          </p:cNvPr>
          <p:cNvSpPr/>
          <p:nvPr/>
        </p:nvSpPr>
        <p:spPr>
          <a:xfrm>
            <a:off x="616936" y="5080809"/>
            <a:ext cx="2735864" cy="49727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a:extLst>
              <a:ext uri="{FF2B5EF4-FFF2-40B4-BE49-F238E27FC236}">
                <a16:creationId xmlns:a16="http://schemas.microsoft.com/office/drawing/2014/main" id="{66F5A791-4F92-E447-6F0A-65F25886675D}"/>
              </a:ext>
            </a:extLst>
          </p:cNvPr>
          <p:cNvSpPr txBox="1"/>
          <p:nvPr/>
        </p:nvSpPr>
        <p:spPr>
          <a:xfrm>
            <a:off x="566476" y="6352839"/>
            <a:ext cx="3256224"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n-ea"/>
              </a:rPr>
              <a:t>商务办公系列</a:t>
            </a:r>
            <a:r>
              <a:rPr kumimoji="1" lang="en-US" altLang="zh-CN" sz="1200" dirty="0">
                <a:solidFill>
                  <a:schemeClr val="tx1">
                    <a:lumMod val="75000"/>
                    <a:lumOff val="25000"/>
                  </a:schemeClr>
                </a:solidFill>
                <a:latin typeface="+mn-ea"/>
              </a:rPr>
              <a:t>PPT</a:t>
            </a:r>
            <a:r>
              <a:rPr kumimoji="1" lang="zh-CN" altLang="en-US" sz="1200" dirty="0">
                <a:solidFill>
                  <a:schemeClr val="tx1">
                    <a:lumMod val="75000"/>
                    <a:lumOff val="25000"/>
                  </a:schemeClr>
                </a:solidFill>
                <a:latin typeface="+mn-ea"/>
              </a:rPr>
              <a:t>模板</a:t>
            </a:r>
          </a:p>
        </p:txBody>
      </p:sp>
      <p:sp>
        <p:nvSpPr>
          <p:cNvPr id="7" name="文本框 6">
            <a:extLst>
              <a:ext uri="{FF2B5EF4-FFF2-40B4-BE49-F238E27FC236}">
                <a16:creationId xmlns:a16="http://schemas.microsoft.com/office/drawing/2014/main" id="{AF07655A-DA51-CF07-1BC8-633248CBF2CA}"/>
              </a:ext>
            </a:extLst>
          </p:cNvPr>
          <p:cNvSpPr txBox="1"/>
          <p:nvPr/>
        </p:nvSpPr>
        <p:spPr>
          <a:xfrm>
            <a:off x="495301" y="3638061"/>
            <a:ext cx="5684569"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2O2X</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BUSINESS</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WORK</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REPORT</a:t>
            </a:r>
            <a:endParaRPr kumimoji="1" lang="zh-CN" altLang="en-US" sz="2800" dirty="0">
              <a:solidFill>
                <a:schemeClr val="tx1">
                  <a:lumMod val="75000"/>
                  <a:lumOff val="25000"/>
                </a:schemeClr>
              </a:solidFill>
              <a:latin typeface="+mj-ea"/>
              <a:ea typeface="+mj-ea"/>
            </a:endParaRPr>
          </a:p>
        </p:txBody>
      </p:sp>
      <p:sp>
        <p:nvSpPr>
          <p:cNvPr id="18" name="文本框 17">
            <a:extLst>
              <a:ext uri="{FF2B5EF4-FFF2-40B4-BE49-F238E27FC236}">
                <a16:creationId xmlns:a16="http://schemas.microsoft.com/office/drawing/2014/main" id="{C33FCA64-7266-514F-47C8-749A332206F0}"/>
              </a:ext>
            </a:extLst>
          </p:cNvPr>
          <p:cNvSpPr txBox="1"/>
          <p:nvPr/>
        </p:nvSpPr>
        <p:spPr>
          <a:xfrm>
            <a:off x="668076" y="5172869"/>
            <a:ext cx="2595824" cy="338554"/>
          </a:xfrm>
          <a:prstGeom prst="rect">
            <a:avLst/>
          </a:prstGeom>
          <a:noFill/>
        </p:spPr>
        <p:txBody>
          <a:bodyPr wrap="square" rtlCol="0">
            <a:spAutoFit/>
          </a:bodyPr>
          <a:lstStyle/>
          <a:p>
            <a:pPr algn="dist"/>
            <a:r>
              <a:rPr kumimoji="1" lang="zh-CN" altLang="en-US" sz="1600" dirty="0">
                <a:solidFill>
                  <a:schemeClr val="bg1"/>
                </a:solidFill>
              </a:rPr>
              <a:t>汇报人：</a:t>
            </a:r>
          </a:p>
        </p:txBody>
      </p:sp>
      <p:sp>
        <p:nvSpPr>
          <p:cNvPr id="23" name="文本框 22">
            <a:extLst>
              <a:ext uri="{FF2B5EF4-FFF2-40B4-BE49-F238E27FC236}">
                <a16:creationId xmlns:a16="http://schemas.microsoft.com/office/drawing/2014/main" id="{E3E5B43B-1AB8-1997-A70F-E2B6431411A6}"/>
              </a:ext>
            </a:extLst>
          </p:cNvPr>
          <p:cNvSpPr txBox="1"/>
          <p:nvPr/>
        </p:nvSpPr>
        <p:spPr>
          <a:xfrm>
            <a:off x="5525555" y="551029"/>
            <a:ext cx="5883342" cy="1446550"/>
          </a:xfrm>
          <a:prstGeom prst="rect">
            <a:avLst/>
          </a:prstGeom>
          <a:noFill/>
        </p:spPr>
        <p:txBody>
          <a:bodyPr wrap="none" rtlCol="0">
            <a:spAutoFit/>
          </a:bodyPr>
          <a:lstStyle/>
          <a:p>
            <a:r>
              <a:rPr kumimoji="1" lang="en-US" altLang="zh-CN" sz="8600" dirty="0">
                <a:solidFill>
                  <a:schemeClr val="bg1">
                    <a:lumMod val="95000"/>
                  </a:schemeClr>
                </a:solidFill>
                <a:latin typeface="Source Han Sans CN Heavy" panose="020B0500000000000000" pitchFamily="34" charset="-128"/>
                <a:ea typeface="Source Han Sans CN Heavy" panose="020B0500000000000000" pitchFamily="34" charset="-128"/>
              </a:rPr>
              <a:t>COMPA</a:t>
            </a:r>
            <a:r>
              <a:rPr kumimoji="1" lang="en-US" altLang="zh-CN" sz="8600" dirty="0">
                <a:solidFill>
                  <a:schemeClr val="bg1"/>
                </a:solidFill>
                <a:latin typeface="Source Han Sans CN Heavy" panose="020B0500000000000000" pitchFamily="34" charset="-128"/>
                <a:ea typeface="Source Han Sans CN Heavy" panose="020B0500000000000000" pitchFamily="34" charset="-128"/>
              </a:rPr>
              <a:t>NY</a:t>
            </a:r>
            <a:endParaRPr kumimoji="1" lang="zh-CN" altLang="en-US" sz="8600" dirty="0">
              <a:solidFill>
                <a:schemeClr val="bg1"/>
              </a:solidFill>
              <a:latin typeface="Source Han Sans CN Heavy" panose="020B0500000000000000" pitchFamily="34" charset="-128"/>
              <a:ea typeface="Source Han Sans CN Heavy" panose="020B0500000000000000" pitchFamily="34" charset="-128"/>
            </a:endParaRPr>
          </a:p>
        </p:txBody>
      </p:sp>
      <p:pic>
        <p:nvPicPr>
          <p:cNvPr id="22" name="图片 21">
            <a:extLst>
              <a:ext uri="{FF2B5EF4-FFF2-40B4-BE49-F238E27FC236}">
                <a16:creationId xmlns:a16="http://schemas.microsoft.com/office/drawing/2014/main" id="{AD662D7A-2B62-78C0-A812-547525FD78F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38757" y="1511300"/>
            <a:ext cx="4253243" cy="5348542"/>
          </a:xfrm>
          <a:prstGeom prst="rect">
            <a:avLst/>
          </a:prstGeom>
        </p:spPr>
      </p:pic>
      <p:sp>
        <p:nvSpPr>
          <p:cNvPr id="24" name="文本框 23">
            <a:extLst>
              <a:ext uri="{FF2B5EF4-FFF2-40B4-BE49-F238E27FC236}">
                <a16:creationId xmlns:a16="http://schemas.microsoft.com/office/drawing/2014/main" id="{88047319-61D1-4177-BDB6-D869EE854113}"/>
              </a:ext>
            </a:extLst>
          </p:cNvPr>
          <p:cNvSpPr txBox="1"/>
          <p:nvPr/>
        </p:nvSpPr>
        <p:spPr>
          <a:xfrm>
            <a:off x="5632096" y="1677010"/>
            <a:ext cx="2800767" cy="861774"/>
          </a:xfrm>
          <a:prstGeom prst="rect">
            <a:avLst/>
          </a:prstGeom>
          <a:noFill/>
        </p:spPr>
        <p:txBody>
          <a:bodyPr wrap="none" rtlCol="0">
            <a:spAutoFit/>
          </a:bodyPr>
          <a:lstStyle/>
          <a:p>
            <a:r>
              <a:rPr kumimoji="1" lang="en-US" altLang="zh-CN" sz="5000" dirty="0">
                <a:solidFill>
                  <a:schemeClr val="bg1">
                    <a:lumMod val="95000"/>
                  </a:schemeClr>
                </a:solidFill>
                <a:latin typeface="+mj-ea"/>
                <a:ea typeface="+mj-ea"/>
              </a:rPr>
              <a:t>SLOGAN</a:t>
            </a:r>
            <a:endParaRPr kumimoji="1" lang="zh-CN" altLang="en-US" sz="5000" dirty="0">
              <a:solidFill>
                <a:schemeClr val="bg1">
                  <a:lumMod val="95000"/>
                </a:schemeClr>
              </a:solidFill>
              <a:latin typeface="+mj-ea"/>
              <a:ea typeface="+mj-ea"/>
            </a:endParaRPr>
          </a:p>
        </p:txBody>
      </p:sp>
    </p:spTree>
    <p:extLst>
      <p:ext uri="{BB962C8B-B14F-4D97-AF65-F5344CB8AC3E}">
        <p14:creationId xmlns:p14="http://schemas.microsoft.com/office/powerpoint/2010/main" val="2547509456"/>
      </p:ext>
    </p:extLst>
  </p:cSld>
  <p:clrMapOvr>
    <a:masterClrMapping/>
  </p:clrMapOvr>
  <mc:AlternateContent xmlns:mc="http://schemas.openxmlformats.org/markup-compatibility/2006" xmlns:p14="http://schemas.microsoft.com/office/powerpoint/2010/main">
    <mc:Choice Requires="p14">
      <p:transition spd="slow" p14:dur="1500" advTm="3000">
        <p:split orient="vert"/>
      </p:transition>
    </mc:Choice>
    <mc:Fallback xmlns="">
      <p:transition spd="slow" advTm="3000">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1" presetClass="entr" presetSubtype="0" fill="hold" grpId="0" nodeType="clickEffect">
                                  <p:stCondLst>
                                    <p:cond delay="0"/>
                                  </p:stCondLst>
                                  <p:iterate type="lt">
                                    <p:tmPct val="10000"/>
                                  </p:iterate>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ppt_x</p:attrName>
                                        </p:attrNameLst>
                                      </p:cBhvr>
                                      <p:tavLst>
                                        <p:tav tm="0">
                                          <p:val>
                                            <p:strVal val="#ppt_x"/>
                                          </p:val>
                                        </p:tav>
                                        <p:tav tm="50000">
                                          <p:val>
                                            <p:strVal val="#ppt_x+.1"/>
                                          </p:val>
                                        </p:tav>
                                        <p:tav tm="100000">
                                          <p:val>
                                            <p:strVal val="#ppt_x"/>
                                          </p:val>
                                        </p:tav>
                                      </p:tavLst>
                                    </p:anim>
                                    <p:anim calcmode="lin" valueType="num">
                                      <p:cBhvr>
                                        <p:cTn id="8" dur="500" fill="hold"/>
                                        <p:tgtEl>
                                          <p:spTgt spid="3"/>
                                        </p:tgtEl>
                                        <p:attrNameLst>
                                          <p:attrName>ppt_y</p:attrName>
                                        </p:attrNameLst>
                                      </p:cBhvr>
                                      <p:tavLst>
                                        <p:tav tm="0">
                                          <p:val>
                                            <p:strVal val="#ppt_y"/>
                                          </p:val>
                                        </p:tav>
                                        <p:tav tm="100000">
                                          <p:val>
                                            <p:strVal val="#ppt_y"/>
                                          </p:val>
                                        </p:tav>
                                      </p:tavLst>
                                    </p:anim>
                                    <p:anim calcmode="lin" valueType="num">
                                      <p:cBhvr>
                                        <p:cTn id="9" dur="500" fill="hold"/>
                                        <p:tgtEl>
                                          <p:spTgt spid="3"/>
                                        </p:tgtEl>
                                        <p:attrNameLst>
                                          <p:attrName>ppt_h</p:attrName>
                                        </p:attrNameLst>
                                      </p:cBhvr>
                                      <p:tavLst>
                                        <p:tav tm="0">
                                          <p:val>
                                            <p:strVal val="#ppt_h/10"/>
                                          </p:val>
                                        </p:tav>
                                        <p:tav tm="50000">
                                          <p:val>
                                            <p:strVal val="#ppt_h+.01"/>
                                          </p:val>
                                        </p:tav>
                                        <p:tav tm="100000">
                                          <p:val>
                                            <p:strVal val="#ppt_h"/>
                                          </p:val>
                                        </p:tav>
                                      </p:tavLst>
                                    </p:anim>
                                    <p:anim calcmode="lin" valueType="num">
                                      <p:cBhvr>
                                        <p:cTn id="10" dur="500" fill="hold"/>
                                        <p:tgtEl>
                                          <p:spTgt spid="3"/>
                                        </p:tgtEl>
                                        <p:attrNameLst>
                                          <p:attrName>ppt_w</p:attrName>
                                        </p:attrNameLst>
                                      </p:cBhvr>
                                      <p:tavLst>
                                        <p:tav tm="0">
                                          <p:val>
                                            <p:strVal val="#ppt_w/10"/>
                                          </p:val>
                                        </p:tav>
                                        <p:tav tm="50000">
                                          <p:val>
                                            <p:strVal val="#ppt_w+.01"/>
                                          </p:val>
                                        </p:tav>
                                        <p:tav tm="100000">
                                          <p:val>
                                            <p:strVal val="#ppt_w"/>
                                          </p:val>
                                        </p:tav>
                                      </p:tavLst>
                                    </p:anim>
                                    <p:animEffect transition="in" filter="fade">
                                      <p:cBhvr>
                                        <p:cTn id="11" dur="500" tmFilter="0,0; .5, 1; 1, 1"/>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checkerboard(across)">
                                      <p:cBhvr>
                                        <p:cTn id="16" dur="500"/>
                                        <p:tgtEl>
                                          <p:spTgt spid="2"/>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animEffect transition="in" filter="checkerboard(across)">
                                      <p:cBhvr>
                                        <p:cTn id="19" dur="500"/>
                                        <p:tgtEl>
                                          <p:spTgt spid="23"/>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animEffect transition="in" filter="checkerboard(across)">
                                      <p:cBhvr>
                                        <p:cTn id="22" dur="500"/>
                                        <p:tgtEl>
                                          <p:spTgt spid="24"/>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p:tgtEl>
                                          <p:spTgt spid="7"/>
                                        </p:tgtEl>
                                        <p:attrNameLst>
                                          <p:attrName>ppt_x</p:attrName>
                                        </p:attrNameLst>
                                      </p:cBhvr>
                                      <p:tavLst>
                                        <p:tav tm="0">
                                          <p:val>
                                            <p:strVal val="#ppt_x-#ppt_w*1.125000"/>
                                          </p:val>
                                        </p:tav>
                                        <p:tav tm="100000">
                                          <p:val>
                                            <p:strVal val="#ppt_x"/>
                                          </p:val>
                                        </p:tav>
                                      </p:tavLst>
                                    </p:anim>
                                    <p:animEffect transition="in" filter="wipe(right)">
                                      <p:cBhvr>
                                        <p:cTn id="28" dur="500"/>
                                        <p:tgtEl>
                                          <p:spTgt spid="7"/>
                                        </p:tgtEl>
                                      </p:cBhvr>
                                    </p:animEffect>
                                  </p:childTnLst>
                                </p:cTn>
                              </p:par>
                              <p:par>
                                <p:cTn id="29" presetID="12" presetClass="entr" presetSubtype="8" fill="hold" grpId="0" nodeType="with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p:tgtEl>
                                          <p:spTgt spid="4"/>
                                        </p:tgtEl>
                                        <p:attrNameLst>
                                          <p:attrName>ppt_x</p:attrName>
                                        </p:attrNameLst>
                                      </p:cBhvr>
                                      <p:tavLst>
                                        <p:tav tm="0">
                                          <p:val>
                                            <p:strVal val="#ppt_x-#ppt_w*1.125000"/>
                                          </p:val>
                                        </p:tav>
                                        <p:tav tm="100000">
                                          <p:val>
                                            <p:strVal val="#ppt_x"/>
                                          </p:val>
                                        </p:tav>
                                      </p:tavLst>
                                    </p:anim>
                                    <p:animEffect transition="in" filter="wipe(righ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strips(downLeft)">
                                      <p:cBhvr>
                                        <p:cTn id="37" dur="500"/>
                                        <p:tgtEl>
                                          <p:spTgt spid="5"/>
                                        </p:tgtEl>
                                      </p:cBhvr>
                                    </p:animEffect>
                                  </p:childTnLst>
                                </p:cTn>
                              </p:par>
                              <p:par>
                                <p:cTn id="38" presetID="18" presetClass="entr" presetSubtype="12" fill="hold" grpId="0"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strips(downLeft)">
                                      <p:cBhvr>
                                        <p:cTn id="4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P spid="7" grpId="0"/>
      <p:bldP spid="18" grpId="0"/>
      <p:bldP spid="23" grpId="0"/>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3149E828-616A-28DC-72B4-ADCD5DFA0D53}"/>
              </a:ext>
            </a:extLst>
          </p:cNvPr>
          <p:cNvSpPr/>
          <p:nvPr/>
        </p:nvSpPr>
        <p:spPr>
          <a:xfrm>
            <a:off x="0" y="6089273"/>
            <a:ext cx="12192000" cy="76872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矩形 26">
            <a:extLst>
              <a:ext uri="{FF2B5EF4-FFF2-40B4-BE49-F238E27FC236}">
                <a16:creationId xmlns:a16="http://schemas.microsoft.com/office/drawing/2014/main" id="{7FDDFF59-1E92-57B5-5D39-692B0DC36CD6}"/>
              </a:ext>
            </a:extLst>
          </p:cNvPr>
          <p:cNvSpPr/>
          <p:nvPr/>
        </p:nvSpPr>
        <p:spPr>
          <a:xfrm>
            <a:off x="972876" y="1730854"/>
            <a:ext cx="2735864" cy="49727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a:extLst>
              <a:ext uri="{FF2B5EF4-FFF2-40B4-BE49-F238E27FC236}">
                <a16:creationId xmlns:a16="http://schemas.microsoft.com/office/drawing/2014/main" id="{3EFAF40C-8A65-BF96-47FA-AE84DE4DCAB8}"/>
              </a:ext>
            </a:extLst>
          </p:cNvPr>
          <p:cNvSpPr txBox="1"/>
          <p:nvPr/>
        </p:nvSpPr>
        <p:spPr>
          <a:xfrm>
            <a:off x="566476" y="6352839"/>
            <a:ext cx="3256224"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n-ea"/>
              </a:rPr>
              <a:t>商务办公系列</a:t>
            </a:r>
            <a:r>
              <a:rPr kumimoji="1" lang="en-US" altLang="zh-CN" sz="1200" dirty="0">
                <a:solidFill>
                  <a:schemeClr val="tx1">
                    <a:lumMod val="75000"/>
                    <a:lumOff val="25000"/>
                  </a:schemeClr>
                </a:solidFill>
                <a:latin typeface="+mn-ea"/>
              </a:rPr>
              <a:t>PPT</a:t>
            </a:r>
            <a:r>
              <a:rPr kumimoji="1" lang="zh-CN" altLang="en-US" sz="1200" dirty="0">
                <a:solidFill>
                  <a:schemeClr val="tx1">
                    <a:lumMod val="75000"/>
                    <a:lumOff val="25000"/>
                  </a:schemeClr>
                </a:solidFill>
                <a:latin typeface="+mn-ea"/>
              </a:rPr>
              <a:t>模板</a:t>
            </a:r>
          </a:p>
        </p:txBody>
      </p:sp>
      <p:sp>
        <p:nvSpPr>
          <p:cNvPr id="29" name="文本框 28">
            <a:extLst>
              <a:ext uri="{FF2B5EF4-FFF2-40B4-BE49-F238E27FC236}">
                <a16:creationId xmlns:a16="http://schemas.microsoft.com/office/drawing/2014/main" id="{5D7B8410-1314-0DD1-16DF-3673C123A630}"/>
              </a:ext>
            </a:extLst>
          </p:cNvPr>
          <p:cNvSpPr txBox="1"/>
          <p:nvPr/>
        </p:nvSpPr>
        <p:spPr>
          <a:xfrm>
            <a:off x="1024016" y="1797514"/>
            <a:ext cx="2595824" cy="369332"/>
          </a:xfrm>
          <a:prstGeom prst="rect">
            <a:avLst/>
          </a:prstGeom>
          <a:noFill/>
        </p:spPr>
        <p:txBody>
          <a:bodyPr wrap="square" rtlCol="0">
            <a:spAutoFit/>
          </a:bodyPr>
          <a:lstStyle/>
          <a:p>
            <a:pPr algn="dist"/>
            <a:r>
              <a:rPr kumimoji="1" lang="en-US" altLang="zh-CN" dirty="0">
                <a:solidFill>
                  <a:schemeClr val="bg1"/>
                </a:solidFill>
                <a:latin typeface="+mj-ea"/>
                <a:ea typeface="+mj-ea"/>
              </a:rPr>
              <a:t>CONTENTS</a:t>
            </a:r>
            <a:endParaRPr kumimoji="1" lang="zh-CN" altLang="en-US" dirty="0">
              <a:solidFill>
                <a:schemeClr val="bg1"/>
              </a:solidFill>
              <a:latin typeface="+mj-ea"/>
              <a:ea typeface="+mj-ea"/>
            </a:endParaRPr>
          </a:p>
        </p:txBody>
      </p:sp>
      <p:sp>
        <p:nvSpPr>
          <p:cNvPr id="22" name="矩形 21">
            <a:extLst>
              <a:ext uri="{FF2B5EF4-FFF2-40B4-BE49-F238E27FC236}">
                <a16:creationId xmlns:a16="http://schemas.microsoft.com/office/drawing/2014/main" id="{84B5D9BB-E593-B2DA-ACDB-A4F87CB76778}"/>
              </a:ext>
            </a:extLst>
          </p:cNvPr>
          <p:cNvSpPr/>
          <p:nvPr/>
        </p:nvSpPr>
        <p:spPr>
          <a:xfrm>
            <a:off x="9728200" y="0"/>
            <a:ext cx="2463800" cy="685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731F1AC1-ED17-0841-B471-B73DC148BE85}"/>
              </a:ext>
            </a:extLst>
          </p:cNvPr>
          <p:cNvSpPr txBox="1"/>
          <p:nvPr/>
        </p:nvSpPr>
        <p:spPr>
          <a:xfrm>
            <a:off x="921958" y="591551"/>
            <a:ext cx="2049842" cy="1107996"/>
          </a:xfrm>
          <a:prstGeom prst="rect">
            <a:avLst/>
          </a:prstGeom>
          <a:noFill/>
        </p:spPr>
        <p:txBody>
          <a:bodyPr wrap="square" rtlCol="0">
            <a:spAutoFit/>
          </a:bodyPr>
          <a:lstStyle/>
          <a:p>
            <a:pPr algn="dist"/>
            <a:r>
              <a:rPr kumimoji="1" lang="zh-CN" altLang="en-US" sz="6600" dirty="0">
                <a:solidFill>
                  <a:schemeClr val="tx1">
                    <a:lumMod val="75000"/>
                    <a:lumOff val="25000"/>
                  </a:schemeClr>
                </a:solidFill>
                <a:latin typeface="+mj-ea"/>
                <a:ea typeface="+mj-ea"/>
              </a:rPr>
              <a:t>目录</a:t>
            </a:r>
          </a:p>
        </p:txBody>
      </p:sp>
      <p:sp>
        <p:nvSpPr>
          <p:cNvPr id="16" name="文本框 15">
            <a:extLst>
              <a:ext uri="{FF2B5EF4-FFF2-40B4-BE49-F238E27FC236}">
                <a16:creationId xmlns:a16="http://schemas.microsoft.com/office/drawing/2014/main" id="{CA5B03C4-D468-3944-891C-5ED90C7E66BE}"/>
              </a:ext>
            </a:extLst>
          </p:cNvPr>
          <p:cNvSpPr txBox="1"/>
          <p:nvPr/>
        </p:nvSpPr>
        <p:spPr>
          <a:xfrm>
            <a:off x="432395" y="2104289"/>
            <a:ext cx="4061374" cy="2859244"/>
          </a:xfrm>
          <a:prstGeom prst="rect">
            <a:avLst/>
          </a:prstGeom>
          <a:noFill/>
        </p:spPr>
        <p:txBody>
          <a:bodyPr wrap="square" rtlCol="0">
            <a:spAutoFit/>
          </a:bodyPr>
          <a:lstStyle/>
          <a:p>
            <a:pPr marL="514350" indent="-514350" algn="dist">
              <a:lnSpc>
                <a:spcPct val="250000"/>
              </a:lnSpc>
              <a:buClr>
                <a:srgbClr val="0070C0"/>
              </a:buClr>
              <a:buFont typeface="+mj-lt"/>
              <a:buAutoNum type="arabicPeriod"/>
            </a:pPr>
            <a:r>
              <a:rPr kumimoji="1" lang="zh-CN" altLang="en-US" sz="4000" dirty="0">
                <a:solidFill>
                  <a:schemeClr val="tx1">
                    <a:lumMod val="75000"/>
                    <a:lumOff val="25000"/>
                  </a:schemeClr>
                </a:solidFill>
                <a:latin typeface="+mj-ea"/>
                <a:ea typeface="+mj-ea"/>
              </a:rPr>
              <a:t>项目工作复盘</a:t>
            </a:r>
            <a:endParaRPr kumimoji="1" lang="en-US" altLang="zh-CN" sz="4000" dirty="0">
              <a:solidFill>
                <a:schemeClr val="tx1">
                  <a:lumMod val="75000"/>
                  <a:lumOff val="25000"/>
                </a:schemeClr>
              </a:solidFill>
              <a:latin typeface="+mj-ea"/>
              <a:ea typeface="+mj-ea"/>
            </a:endParaRPr>
          </a:p>
          <a:p>
            <a:pPr marL="514350" indent="-514350" algn="dist">
              <a:lnSpc>
                <a:spcPct val="250000"/>
              </a:lnSpc>
              <a:buClr>
                <a:srgbClr val="0070C0"/>
              </a:buClr>
              <a:buFont typeface="+mj-lt"/>
              <a:buAutoNum type="arabicPeriod"/>
            </a:pPr>
            <a:r>
              <a:rPr kumimoji="1" lang="zh-CN" altLang="en-US" sz="4000" dirty="0">
                <a:solidFill>
                  <a:schemeClr val="tx1">
                    <a:lumMod val="75000"/>
                    <a:lumOff val="25000"/>
                  </a:schemeClr>
                </a:solidFill>
                <a:latin typeface="+mj-ea"/>
                <a:ea typeface="+mj-ea"/>
              </a:rPr>
              <a:t>取得成果展示</a:t>
            </a:r>
          </a:p>
        </p:txBody>
      </p:sp>
      <p:sp>
        <p:nvSpPr>
          <p:cNvPr id="18" name="文本框 17">
            <a:extLst>
              <a:ext uri="{FF2B5EF4-FFF2-40B4-BE49-F238E27FC236}">
                <a16:creationId xmlns:a16="http://schemas.microsoft.com/office/drawing/2014/main" id="{61A73BAA-6059-6A49-8725-3B899A140D94}"/>
              </a:ext>
            </a:extLst>
          </p:cNvPr>
          <p:cNvSpPr txBox="1"/>
          <p:nvPr/>
        </p:nvSpPr>
        <p:spPr>
          <a:xfrm>
            <a:off x="907716" y="3375549"/>
            <a:ext cx="3789252" cy="433965"/>
          </a:xfrm>
          <a:prstGeom prst="rect">
            <a:avLst/>
          </a:prstGeom>
          <a:noFill/>
        </p:spPr>
        <p:txBody>
          <a:bodyPr wrap="square" rtlCol="0">
            <a:spAutoFit/>
          </a:bodyPr>
          <a:lstStyle/>
          <a:p>
            <a:pPr>
              <a:lnSpc>
                <a:spcPct val="120000"/>
              </a:lnSpc>
            </a:pPr>
            <a:r>
              <a:rPr kumimoji="1" lang="en" altLang="zh-CN" sz="1000" dirty="0">
                <a:solidFill>
                  <a:schemeClr val="bg1">
                    <a:lumMod val="65000"/>
                  </a:schemeClr>
                </a:solidFill>
                <a:latin typeface="+mn-ea"/>
              </a:rPr>
              <a:t>ENTER THE RELEVANT CONTENT YOU NEED HERE. THANK YOU FOR DOWNLOADING OUR PPT TEMPLATE FILE.</a:t>
            </a:r>
          </a:p>
        </p:txBody>
      </p:sp>
      <p:sp>
        <p:nvSpPr>
          <p:cNvPr id="19" name="文本框 18">
            <a:extLst>
              <a:ext uri="{FF2B5EF4-FFF2-40B4-BE49-F238E27FC236}">
                <a16:creationId xmlns:a16="http://schemas.microsoft.com/office/drawing/2014/main" id="{B45EC136-A1DF-814D-97BC-7B746032C129}"/>
              </a:ext>
            </a:extLst>
          </p:cNvPr>
          <p:cNvSpPr txBox="1"/>
          <p:nvPr/>
        </p:nvSpPr>
        <p:spPr>
          <a:xfrm>
            <a:off x="907716" y="4901405"/>
            <a:ext cx="3789252" cy="433965"/>
          </a:xfrm>
          <a:prstGeom prst="rect">
            <a:avLst/>
          </a:prstGeom>
          <a:noFill/>
        </p:spPr>
        <p:txBody>
          <a:bodyPr wrap="square" rtlCol="0">
            <a:spAutoFit/>
          </a:bodyPr>
          <a:lstStyle/>
          <a:p>
            <a:pPr>
              <a:lnSpc>
                <a:spcPct val="120000"/>
              </a:lnSpc>
            </a:pPr>
            <a:r>
              <a:rPr kumimoji="1" lang="en" altLang="zh-CN" sz="1000" dirty="0">
                <a:solidFill>
                  <a:schemeClr val="bg1">
                    <a:lumMod val="65000"/>
                  </a:schemeClr>
                </a:solidFill>
                <a:latin typeface="+mn-ea"/>
              </a:rPr>
              <a:t>ENTER THE RELEVANT CONTENT YOU NEED HERE. THANK YOU FOR DOWNLOADING OUR PPT TEMPLATE FILE.</a:t>
            </a:r>
          </a:p>
        </p:txBody>
      </p:sp>
      <p:sp>
        <p:nvSpPr>
          <p:cNvPr id="24" name="文本框 23">
            <a:extLst>
              <a:ext uri="{FF2B5EF4-FFF2-40B4-BE49-F238E27FC236}">
                <a16:creationId xmlns:a16="http://schemas.microsoft.com/office/drawing/2014/main" id="{A8B2D997-924E-3263-B177-71834A9F553A}"/>
              </a:ext>
            </a:extLst>
          </p:cNvPr>
          <p:cNvSpPr txBox="1"/>
          <p:nvPr/>
        </p:nvSpPr>
        <p:spPr>
          <a:xfrm rot="5400000">
            <a:off x="8532492" y="2386362"/>
            <a:ext cx="5883342" cy="1446550"/>
          </a:xfrm>
          <a:prstGeom prst="rect">
            <a:avLst/>
          </a:prstGeom>
          <a:noFill/>
        </p:spPr>
        <p:txBody>
          <a:bodyPr wrap="none" rtlCol="0">
            <a:spAutoFit/>
          </a:bodyPr>
          <a:lstStyle/>
          <a:p>
            <a:r>
              <a:rPr kumimoji="1" lang="en-US" altLang="zh-CN" sz="8600" dirty="0">
                <a:solidFill>
                  <a:schemeClr val="bg1"/>
                </a:solidFill>
                <a:latin typeface="Source Han Sans CN Heavy" panose="020B0500000000000000" pitchFamily="34" charset="-128"/>
                <a:ea typeface="Source Han Sans CN Heavy" panose="020B0500000000000000" pitchFamily="34" charset="-128"/>
              </a:rPr>
              <a:t>COMPANY</a:t>
            </a:r>
            <a:endParaRPr kumimoji="1" lang="zh-CN" altLang="en-US" sz="8600" dirty="0">
              <a:solidFill>
                <a:schemeClr val="bg1"/>
              </a:solidFill>
              <a:latin typeface="Source Han Sans CN Heavy" panose="020B0500000000000000" pitchFamily="34" charset="-128"/>
              <a:ea typeface="Source Han Sans CN Heavy" panose="020B0500000000000000" pitchFamily="34" charset="-128"/>
            </a:endParaRPr>
          </a:p>
        </p:txBody>
      </p:sp>
      <p:pic>
        <p:nvPicPr>
          <p:cNvPr id="23" name="图片 22">
            <a:extLst>
              <a:ext uri="{FF2B5EF4-FFF2-40B4-BE49-F238E27FC236}">
                <a16:creationId xmlns:a16="http://schemas.microsoft.com/office/drawing/2014/main" id="{3DE7F075-B204-E310-55BC-8360F576EED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588501" y="3585887"/>
            <a:ext cx="2603500" cy="3273955"/>
          </a:xfrm>
          <a:prstGeom prst="rect">
            <a:avLst/>
          </a:prstGeom>
        </p:spPr>
      </p:pic>
      <p:sp>
        <p:nvSpPr>
          <p:cNvPr id="25" name="文本框 24">
            <a:extLst>
              <a:ext uri="{FF2B5EF4-FFF2-40B4-BE49-F238E27FC236}">
                <a16:creationId xmlns:a16="http://schemas.microsoft.com/office/drawing/2014/main" id="{C1F7D8C1-1016-9647-C8E1-63A8A708EFB8}"/>
              </a:ext>
            </a:extLst>
          </p:cNvPr>
          <p:cNvSpPr txBox="1"/>
          <p:nvPr/>
        </p:nvSpPr>
        <p:spPr>
          <a:xfrm rot="5400000">
            <a:off x="9149998" y="1278366"/>
            <a:ext cx="2800767" cy="861774"/>
          </a:xfrm>
          <a:prstGeom prst="rect">
            <a:avLst/>
          </a:prstGeom>
          <a:noFill/>
        </p:spPr>
        <p:txBody>
          <a:bodyPr wrap="none" rtlCol="0">
            <a:spAutoFit/>
          </a:bodyPr>
          <a:lstStyle/>
          <a:p>
            <a:r>
              <a:rPr kumimoji="1" lang="en-US" altLang="zh-CN" sz="5000" dirty="0">
                <a:solidFill>
                  <a:schemeClr val="bg1"/>
                </a:solidFill>
                <a:latin typeface="+mj-ea"/>
                <a:ea typeface="+mj-ea"/>
              </a:rPr>
              <a:t>SLOGAN</a:t>
            </a:r>
            <a:endParaRPr kumimoji="1" lang="zh-CN" altLang="en-US" sz="5000" dirty="0">
              <a:solidFill>
                <a:schemeClr val="bg1"/>
              </a:solidFill>
              <a:latin typeface="+mj-ea"/>
              <a:ea typeface="+mj-ea"/>
            </a:endParaRPr>
          </a:p>
        </p:txBody>
      </p:sp>
      <p:sp>
        <p:nvSpPr>
          <p:cNvPr id="30" name="文本框 29">
            <a:extLst>
              <a:ext uri="{FF2B5EF4-FFF2-40B4-BE49-F238E27FC236}">
                <a16:creationId xmlns:a16="http://schemas.microsoft.com/office/drawing/2014/main" id="{3024420E-66C1-9794-E7D7-A5C3BDAC1871}"/>
              </a:ext>
            </a:extLst>
          </p:cNvPr>
          <p:cNvSpPr txBox="1"/>
          <p:nvPr/>
        </p:nvSpPr>
        <p:spPr>
          <a:xfrm>
            <a:off x="5125656" y="2104289"/>
            <a:ext cx="4061374" cy="2859244"/>
          </a:xfrm>
          <a:prstGeom prst="rect">
            <a:avLst/>
          </a:prstGeom>
          <a:noFill/>
        </p:spPr>
        <p:txBody>
          <a:bodyPr wrap="square" rtlCol="0">
            <a:spAutoFit/>
          </a:bodyPr>
          <a:lstStyle/>
          <a:p>
            <a:pPr marL="514350" indent="-514350" algn="dist">
              <a:lnSpc>
                <a:spcPct val="250000"/>
              </a:lnSpc>
              <a:buClr>
                <a:srgbClr val="0070C0"/>
              </a:buClr>
              <a:buFont typeface="+mj-lt"/>
              <a:buAutoNum type="arabicPeriod" startAt="3"/>
            </a:pPr>
            <a:r>
              <a:rPr kumimoji="1" lang="zh-CN" altLang="en-US" sz="4000" dirty="0">
                <a:solidFill>
                  <a:schemeClr val="tx1">
                    <a:lumMod val="75000"/>
                    <a:lumOff val="25000"/>
                  </a:schemeClr>
                </a:solidFill>
                <a:latin typeface="+mj-ea"/>
                <a:ea typeface="+mj-ea"/>
              </a:rPr>
              <a:t>问题不足分析</a:t>
            </a:r>
            <a:endParaRPr kumimoji="1" lang="en-US" altLang="zh-CN" sz="4000" dirty="0">
              <a:solidFill>
                <a:schemeClr val="tx1">
                  <a:lumMod val="75000"/>
                  <a:lumOff val="25000"/>
                </a:schemeClr>
              </a:solidFill>
              <a:latin typeface="+mj-ea"/>
              <a:ea typeface="+mj-ea"/>
            </a:endParaRPr>
          </a:p>
          <a:p>
            <a:pPr marL="514350" indent="-514350" algn="dist">
              <a:lnSpc>
                <a:spcPct val="250000"/>
              </a:lnSpc>
              <a:buClr>
                <a:srgbClr val="0070C0"/>
              </a:buClr>
              <a:buFont typeface="+mj-lt"/>
              <a:buAutoNum type="arabicPeriod" startAt="3"/>
            </a:pPr>
            <a:r>
              <a:rPr kumimoji="1" lang="zh-CN" altLang="en-US" sz="4000" dirty="0">
                <a:solidFill>
                  <a:schemeClr val="tx1">
                    <a:lumMod val="75000"/>
                    <a:lumOff val="25000"/>
                  </a:schemeClr>
                </a:solidFill>
                <a:latin typeface="+mj-ea"/>
                <a:ea typeface="+mj-ea"/>
              </a:rPr>
              <a:t>下步工作目标</a:t>
            </a:r>
          </a:p>
        </p:txBody>
      </p:sp>
      <p:sp>
        <p:nvSpPr>
          <p:cNvPr id="31" name="文本框 30">
            <a:extLst>
              <a:ext uri="{FF2B5EF4-FFF2-40B4-BE49-F238E27FC236}">
                <a16:creationId xmlns:a16="http://schemas.microsoft.com/office/drawing/2014/main" id="{21223F5B-7F0C-DEF7-66FD-96098B110358}"/>
              </a:ext>
            </a:extLst>
          </p:cNvPr>
          <p:cNvSpPr txBox="1"/>
          <p:nvPr/>
        </p:nvSpPr>
        <p:spPr>
          <a:xfrm>
            <a:off x="5600977" y="3375549"/>
            <a:ext cx="3789252" cy="433965"/>
          </a:xfrm>
          <a:prstGeom prst="rect">
            <a:avLst/>
          </a:prstGeom>
          <a:noFill/>
        </p:spPr>
        <p:txBody>
          <a:bodyPr wrap="square" rtlCol="0">
            <a:spAutoFit/>
          </a:bodyPr>
          <a:lstStyle/>
          <a:p>
            <a:pPr>
              <a:lnSpc>
                <a:spcPct val="120000"/>
              </a:lnSpc>
            </a:pPr>
            <a:r>
              <a:rPr kumimoji="1" lang="en" altLang="zh-CN" sz="1000" dirty="0">
                <a:solidFill>
                  <a:schemeClr val="bg1">
                    <a:lumMod val="65000"/>
                  </a:schemeClr>
                </a:solidFill>
                <a:latin typeface="+mn-ea"/>
              </a:rPr>
              <a:t>ENTER THE RELEVANT CONTENT YOU NEED HERE. THANK YOU FOR DOWNLOADING OUR PPT TEMPLATE FILE.</a:t>
            </a:r>
          </a:p>
        </p:txBody>
      </p:sp>
      <p:sp>
        <p:nvSpPr>
          <p:cNvPr id="32" name="文本框 31">
            <a:extLst>
              <a:ext uri="{FF2B5EF4-FFF2-40B4-BE49-F238E27FC236}">
                <a16:creationId xmlns:a16="http://schemas.microsoft.com/office/drawing/2014/main" id="{1D564AB6-EF1B-6716-AF2E-208AB84A52BF}"/>
              </a:ext>
            </a:extLst>
          </p:cNvPr>
          <p:cNvSpPr txBox="1"/>
          <p:nvPr/>
        </p:nvSpPr>
        <p:spPr>
          <a:xfrm>
            <a:off x="5600977" y="4901405"/>
            <a:ext cx="3789252" cy="433965"/>
          </a:xfrm>
          <a:prstGeom prst="rect">
            <a:avLst/>
          </a:prstGeom>
          <a:noFill/>
        </p:spPr>
        <p:txBody>
          <a:bodyPr wrap="square" rtlCol="0">
            <a:spAutoFit/>
          </a:bodyPr>
          <a:lstStyle/>
          <a:p>
            <a:pPr>
              <a:lnSpc>
                <a:spcPct val="120000"/>
              </a:lnSpc>
            </a:pPr>
            <a:r>
              <a:rPr kumimoji="1" lang="en" altLang="zh-CN" sz="1000" dirty="0">
                <a:solidFill>
                  <a:schemeClr val="bg1">
                    <a:lumMod val="65000"/>
                  </a:schemeClr>
                </a:solidFill>
                <a:latin typeface="+mn-ea"/>
              </a:rPr>
              <a:t>ENTER THE RELEVANT CONTENT YOU NEED HERE. THANK YOU FOR DOWNLOADING OUR PPT TEMPLATE FILE.</a:t>
            </a:r>
          </a:p>
        </p:txBody>
      </p:sp>
      <p:sp>
        <p:nvSpPr>
          <p:cNvPr id="4" name="TextBox 9">
            <a:extLst>
              <a:ext uri="{FF2B5EF4-FFF2-40B4-BE49-F238E27FC236}">
                <a16:creationId xmlns:a16="http://schemas.microsoft.com/office/drawing/2014/main" id="{0962BCD0-2438-2DD2-EFD4-29E19A7436D2}"/>
              </a:ext>
            </a:extLst>
          </p:cNvPr>
          <p:cNvSpPr txBox="1"/>
          <p:nvPr/>
        </p:nvSpPr>
        <p:spPr>
          <a:xfrm>
            <a:off x="1031" y="463"/>
            <a:ext cx="453651" cy="118430"/>
          </a:xfrm>
          <a:prstGeom prst="rect">
            <a:avLst/>
          </a:prstGeom>
          <a:noFill/>
        </p:spPr>
        <p:txBody>
          <a:bodyPr wrap="square" rtlCol="0">
            <a:spAutoFit/>
          </a:bodyPr>
          <a:lstStyle/>
          <a:p>
            <a:pPr>
              <a:lnSpc>
                <a:spcPct val="200000"/>
              </a:lnSpc>
            </a:pP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下载 </a:t>
            </a:r>
            <a:r>
              <a:rPr lang="en-US" altLang="zh-CN" sz="100" dirty="0">
                <a:noFill/>
                <a:latin typeface="微软雅黑" panose="020B0503020204020204" pitchFamily="34" charset="-122"/>
                <a:ea typeface="微软雅黑" panose="020B0503020204020204" pitchFamily="34" charset="-122"/>
              </a:rPr>
              <a:t>http://www.1ppt.com/xiazai/</a:t>
            </a:r>
          </a:p>
        </p:txBody>
      </p:sp>
    </p:spTree>
    <p:extLst>
      <p:ext uri="{BB962C8B-B14F-4D97-AF65-F5344CB8AC3E}">
        <p14:creationId xmlns:p14="http://schemas.microsoft.com/office/powerpoint/2010/main" val="3848113461"/>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heckerboard(across)">
                                      <p:cBhvr>
                                        <p:cTn id="7" dur="500"/>
                                        <p:tgtEl>
                                          <p:spTgt spid="16"/>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checkerboard(across)">
                                      <p:cBhvr>
                                        <p:cTn id="10" dur="500"/>
                                        <p:tgtEl>
                                          <p:spTgt spid="18"/>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animEffect transition="in" filter="checkerboard(across)">
                                      <p:cBhvr>
                                        <p:cTn id="13" dur="500"/>
                                        <p:tgtEl>
                                          <p:spTgt spid="19"/>
                                        </p:tgtEl>
                                      </p:cBhvr>
                                    </p:animEffect>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checkerboard(across)">
                                      <p:cBhvr>
                                        <p:cTn id="18" dur="500"/>
                                        <p:tgtEl>
                                          <p:spTgt spid="30"/>
                                        </p:tgtEl>
                                      </p:cBhvr>
                                    </p:animEffect>
                                  </p:childTnLst>
                                </p:cTn>
                              </p:par>
                              <p:par>
                                <p:cTn id="19" presetID="5" presetClass="entr" presetSubtype="1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checkerboard(across)">
                                      <p:cBhvr>
                                        <p:cTn id="21" dur="500"/>
                                        <p:tgtEl>
                                          <p:spTgt spid="31"/>
                                        </p:tgtEl>
                                      </p:cBhvr>
                                    </p:animEffect>
                                  </p:childTnLst>
                                </p:cTn>
                              </p:par>
                              <p:par>
                                <p:cTn id="22" presetID="5" presetClass="entr" presetSubtype="1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checkerboard(across)">
                                      <p:cBhvr>
                                        <p:cTn id="2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9" grpId="0"/>
      <p:bldP spid="30" grpId="0"/>
      <p:bldP spid="31" grpId="0"/>
      <p:bldP spid="3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3EBE0331-A95A-1B47-9146-69401457EC6F}"/>
              </a:ext>
            </a:extLst>
          </p:cNvPr>
          <p:cNvSpPr txBox="1"/>
          <p:nvPr/>
        </p:nvSpPr>
        <p:spPr>
          <a:xfrm>
            <a:off x="863346" y="2643082"/>
            <a:ext cx="6830595" cy="1292662"/>
          </a:xfrm>
          <a:prstGeom prst="rect">
            <a:avLst/>
          </a:prstGeom>
          <a:noFill/>
        </p:spPr>
        <p:txBody>
          <a:bodyPr wrap="square" rtlCol="0">
            <a:spAutoFit/>
          </a:bodyPr>
          <a:lstStyle/>
          <a:p>
            <a:pPr algn="dist"/>
            <a:r>
              <a:rPr kumimoji="1" lang="zh-CN" altLang="en-US" sz="7800" dirty="0">
                <a:solidFill>
                  <a:schemeClr val="tx1">
                    <a:lumMod val="75000"/>
                    <a:lumOff val="25000"/>
                  </a:schemeClr>
                </a:solidFill>
                <a:latin typeface="+mj-ea"/>
                <a:ea typeface="+mj-ea"/>
              </a:rPr>
              <a:t>项目工作复盘</a:t>
            </a:r>
          </a:p>
        </p:txBody>
      </p:sp>
      <p:sp>
        <p:nvSpPr>
          <p:cNvPr id="4" name="文本框 3">
            <a:extLst>
              <a:ext uri="{FF2B5EF4-FFF2-40B4-BE49-F238E27FC236}">
                <a16:creationId xmlns:a16="http://schemas.microsoft.com/office/drawing/2014/main" id="{A5B3D8E8-A62A-FF47-B9E9-1635B8401AB2}"/>
              </a:ext>
            </a:extLst>
          </p:cNvPr>
          <p:cNvSpPr txBox="1"/>
          <p:nvPr/>
        </p:nvSpPr>
        <p:spPr>
          <a:xfrm>
            <a:off x="703720" y="3921394"/>
            <a:ext cx="7149847" cy="514756"/>
          </a:xfrm>
          <a:prstGeom prst="rect">
            <a:avLst/>
          </a:prstGeom>
          <a:noFill/>
        </p:spPr>
        <p:txBody>
          <a:bodyPr wrap="square" rtlCol="0">
            <a:spAutoFit/>
          </a:bodyPr>
          <a:lstStyle/>
          <a:p>
            <a:pPr algn="ctr">
              <a:lnSpc>
                <a:spcPct val="150000"/>
              </a:lnSpc>
            </a:pPr>
            <a:r>
              <a:rPr lang="en" altLang="zh-CN" sz="1000" dirty="0">
                <a:solidFill>
                  <a:schemeClr val="bg1">
                    <a:lumMod val="65000"/>
                  </a:schemeClr>
                </a:solidFill>
                <a:latin typeface="+mn-ea"/>
              </a:rPr>
              <a:t>YOUR CONTENT IS ENTERED HERE, OR BY COPYING YOUR TEXT, SELECT PASTE IN THIS BOX AND CHOOSE TO RETAIN ONLY TEXT. YOUR CONTENT IS TYPED HERE, OR BY COPYING YOUR TEXT, SELECT PASTE IN THIS BOX.</a:t>
            </a:r>
          </a:p>
        </p:txBody>
      </p:sp>
      <p:sp>
        <p:nvSpPr>
          <p:cNvPr id="5" name="矩形 4">
            <a:extLst>
              <a:ext uri="{FF2B5EF4-FFF2-40B4-BE49-F238E27FC236}">
                <a16:creationId xmlns:a16="http://schemas.microsoft.com/office/drawing/2014/main" id="{961633FB-107B-E950-6EF6-7AD767BC2E9D}"/>
              </a:ext>
            </a:extLst>
          </p:cNvPr>
          <p:cNvSpPr/>
          <p:nvPr/>
        </p:nvSpPr>
        <p:spPr>
          <a:xfrm>
            <a:off x="0" y="5326003"/>
            <a:ext cx="12192000" cy="15319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56FC3C17-ECA1-01F3-FD24-3B97D1BF262D}"/>
              </a:ext>
            </a:extLst>
          </p:cNvPr>
          <p:cNvSpPr/>
          <p:nvPr/>
        </p:nvSpPr>
        <p:spPr>
          <a:xfrm>
            <a:off x="9728200" y="0"/>
            <a:ext cx="2463800" cy="685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087E06EF-5726-0FEE-1F32-FF9132624B14}"/>
              </a:ext>
            </a:extLst>
          </p:cNvPr>
          <p:cNvSpPr txBox="1"/>
          <p:nvPr/>
        </p:nvSpPr>
        <p:spPr>
          <a:xfrm>
            <a:off x="566476" y="6352839"/>
            <a:ext cx="3256224"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n-ea"/>
              </a:rPr>
              <a:t>商务办公系列</a:t>
            </a:r>
            <a:r>
              <a:rPr kumimoji="1" lang="en-US" altLang="zh-CN" sz="1200" dirty="0">
                <a:solidFill>
                  <a:schemeClr val="tx1">
                    <a:lumMod val="75000"/>
                    <a:lumOff val="25000"/>
                  </a:schemeClr>
                </a:solidFill>
                <a:latin typeface="+mn-ea"/>
              </a:rPr>
              <a:t>PPT</a:t>
            </a:r>
            <a:r>
              <a:rPr kumimoji="1" lang="zh-CN" altLang="en-US" sz="1200" dirty="0">
                <a:solidFill>
                  <a:schemeClr val="tx1">
                    <a:lumMod val="75000"/>
                    <a:lumOff val="25000"/>
                  </a:schemeClr>
                </a:solidFill>
                <a:latin typeface="+mn-ea"/>
              </a:rPr>
              <a:t>模板</a:t>
            </a:r>
          </a:p>
        </p:txBody>
      </p:sp>
      <p:sp>
        <p:nvSpPr>
          <p:cNvPr id="9" name="矩形 8">
            <a:extLst>
              <a:ext uri="{FF2B5EF4-FFF2-40B4-BE49-F238E27FC236}">
                <a16:creationId xmlns:a16="http://schemas.microsoft.com/office/drawing/2014/main" id="{D98DBC4B-DF4D-A423-F6CD-483D2A8FFA71}"/>
              </a:ext>
            </a:extLst>
          </p:cNvPr>
          <p:cNvSpPr/>
          <p:nvPr/>
        </p:nvSpPr>
        <p:spPr>
          <a:xfrm>
            <a:off x="2910711" y="2101372"/>
            <a:ext cx="2735864" cy="49727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A5434866-C440-A84E-A8EE-3E57CF871038}"/>
              </a:ext>
            </a:extLst>
          </p:cNvPr>
          <p:cNvSpPr txBox="1"/>
          <p:nvPr/>
        </p:nvSpPr>
        <p:spPr>
          <a:xfrm>
            <a:off x="2980731" y="2168032"/>
            <a:ext cx="2595824" cy="369332"/>
          </a:xfrm>
          <a:prstGeom prst="rect">
            <a:avLst/>
          </a:prstGeom>
          <a:noFill/>
        </p:spPr>
        <p:txBody>
          <a:bodyPr wrap="square" rtlCol="0">
            <a:spAutoFit/>
          </a:bodyPr>
          <a:lstStyle/>
          <a:p>
            <a:pPr algn="dist"/>
            <a:r>
              <a:rPr kumimoji="1" lang="en-US" altLang="zh-CN" dirty="0">
                <a:solidFill>
                  <a:schemeClr val="bg1"/>
                </a:solidFill>
                <a:latin typeface="+mj-ea"/>
                <a:ea typeface="+mj-ea"/>
              </a:rPr>
              <a:t>PART</a:t>
            </a:r>
            <a:r>
              <a:rPr kumimoji="1" lang="zh-CN" altLang="en-US" dirty="0">
                <a:solidFill>
                  <a:schemeClr val="bg1"/>
                </a:solidFill>
                <a:latin typeface="+mj-ea"/>
                <a:ea typeface="+mj-ea"/>
              </a:rPr>
              <a:t> </a:t>
            </a:r>
            <a:r>
              <a:rPr kumimoji="1" lang="en-US" altLang="zh-CN" dirty="0">
                <a:solidFill>
                  <a:schemeClr val="bg1"/>
                </a:solidFill>
                <a:latin typeface="+mj-ea"/>
                <a:ea typeface="+mj-ea"/>
              </a:rPr>
              <a:t>ONE</a:t>
            </a:r>
            <a:endParaRPr kumimoji="1" lang="zh-CN" altLang="en-US" dirty="0">
              <a:solidFill>
                <a:schemeClr val="bg1"/>
              </a:solidFill>
              <a:latin typeface="+mj-ea"/>
              <a:ea typeface="+mj-ea"/>
            </a:endParaRPr>
          </a:p>
        </p:txBody>
      </p:sp>
      <p:sp>
        <p:nvSpPr>
          <p:cNvPr id="3" name="文本框 2">
            <a:extLst>
              <a:ext uri="{FF2B5EF4-FFF2-40B4-BE49-F238E27FC236}">
                <a16:creationId xmlns:a16="http://schemas.microsoft.com/office/drawing/2014/main" id="{70530273-A753-1B47-AF11-E509F0EDA5B7}"/>
              </a:ext>
            </a:extLst>
          </p:cNvPr>
          <p:cNvSpPr txBox="1"/>
          <p:nvPr/>
        </p:nvSpPr>
        <p:spPr>
          <a:xfrm>
            <a:off x="9753600" y="483615"/>
            <a:ext cx="2241319" cy="1862048"/>
          </a:xfrm>
          <a:prstGeom prst="rect">
            <a:avLst/>
          </a:prstGeom>
          <a:noFill/>
        </p:spPr>
        <p:txBody>
          <a:bodyPr wrap="none" rtlCol="0">
            <a:spAutoFit/>
          </a:bodyPr>
          <a:lstStyle/>
          <a:p>
            <a:pPr algn="ctr"/>
            <a:r>
              <a:rPr kumimoji="1" lang="en-US" altLang="zh-CN" sz="11500" dirty="0">
                <a:solidFill>
                  <a:schemeClr val="bg1"/>
                </a:solidFill>
                <a:latin typeface="Source Han Sans CN Heavy" panose="020B0500000000000000" pitchFamily="34" charset="-128"/>
                <a:ea typeface="Source Han Sans CN Heavy" panose="020B0500000000000000" pitchFamily="34" charset="-128"/>
              </a:rPr>
              <a:t>O1</a:t>
            </a:r>
            <a:endParaRPr kumimoji="1" lang="zh-CN" altLang="en-US" sz="11500" dirty="0">
              <a:solidFill>
                <a:schemeClr val="bg1"/>
              </a:solidFill>
              <a:latin typeface="Source Han Sans CN Heavy" panose="020B0500000000000000" pitchFamily="34" charset="-128"/>
              <a:ea typeface="Source Han Sans CN Heavy" panose="020B0500000000000000" pitchFamily="34" charset="-128"/>
            </a:endParaRPr>
          </a:p>
        </p:txBody>
      </p:sp>
      <p:pic>
        <p:nvPicPr>
          <p:cNvPr id="8" name="图片 7">
            <a:extLst>
              <a:ext uri="{FF2B5EF4-FFF2-40B4-BE49-F238E27FC236}">
                <a16:creationId xmlns:a16="http://schemas.microsoft.com/office/drawing/2014/main" id="{4E6F7CF1-F642-5FB1-2DE9-706D26FE4C0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38757" y="1511300"/>
            <a:ext cx="4253243" cy="5348542"/>
          </a:xfrm>
          <a:prstGeom prst="rect">
            <a:avLst/>
          </a:prstGeom>
        </p:spPr>
      </p:pic>
    </p:spTree>
    <p:extLst>
      <p:ext uri="{BB962C8B-B14F-4D97-AF65-F5344CB8AC3E}">
        <p14:creationId xmlns:p14="http://schemas.microsoft.com/office/powerpoint/2010/main" val="414646952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outVertical)">
                                      <p:cBhvr>
                                        <p:cTn id="10" dur="500"/>
                                        <p:tgtEl>
                                          <p:spTgt spid="4"/>
                                        </p:tgtEl>
                                      </p:cBhvr>
                                    </p:animEffect>
                                  </p:childTnLst>
                                </p:cTn>
                              </p:par>
                              <p:par>
                                <p:cTn id="11" presetID="16" presetClass="entr" presetSubtype="37"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outVertical)">
                                      <p:cBhvr>
                                        <p:cTn id="13" dur="500"/>
                                        <p:tgtEl>
                                          <p:spTgt spid="9"/>
                                        </p:tgtEl>
                                      </p:cBhvr>
                                    </p:animEffect>
                                  </p:childTnLst>
                                </p:cTn>
                              </p:par>
                              <p:par>
                                <p:cTn id="14" presetID="16" presetClass="entr" presetSubtype="37"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outVertical)">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9" grpId="0" animBg="1"/>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C059F-9A7F-9369-EAC0-77C75F08333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E998831C-5642-E5AA-F218-BCAABF377F55}"/>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项目工作复盘</a:t>
            </a:r>
          </a:p>
        </p:txBody>
      </p:sp>
      <p:sp>
        <p:nvSpPr>
          <p:cNvPr id="3" name="梯形 2">
            <a:extLst>
              <a:ext uri="{FF2B5EF4-FFF2-40B4-BE49-F238E27FC236}">
                <a16:creationId xmlns:a16="http://schemas.microsoft.com/office/drawing/2014/main" id="{F44863F8-71AD-7A21-5A25-4DC3AA21F1C6}"/>
              </a:ext>
            </a:extLst>
          </p:cNvPr>
          <p:cNvSpPr/>
          <p:nvPr/>
        </p:nvSpPr>
        <p:spPr>
          <a:xfrm rot="5400000" flipH="1">
            <a:off x="-1797" y="3010475"/>
            <a:ext cx="3173608" cy="1733578"/>
          </a:xfrm>
          <a:prstGeom prst="trapezoid">
            <a:avLst>
              <a:gd name="adj" fmla="val 11604"/>
            </a:avLst>
          </a:prstGeom>
          <a:gradFill flip="none" rotWithShape="1">
            <a:gsLst>
              <a:gs pos="71000">
                <a:schemeClr val="bg1">
                  <a:alpha val="0"/>
                </a:schemeClr>
              </a:gs>
              <a:gs pos="100000">
                <a:schemeClr val="bg1">
                  <a:lumMod val="95000"/>
                  <a:alpha val="60085"/>
                </a:schemeClr>
              </a:gs>
            </a:gsLst>
            <a:lin ang="5400000" scaled="0"/>
            <a:tileRect/>
          </a:gradFill>
          <a:ln w="3175" cap="flat" cmpd="sng" algn="ctr">
            <a:gradFill>
              <a:gsLst>
                <a:gs pos="71000">
                  <a:schemeClr val="bg1">
                    <a:alpha val="0"/>
                  </a:schemeClr>
                </a:gs>
                <a:gs pos="100000">
                  <a:schemeClr val="bg1">
                    <a:lumMod val="75000"/>
                  </a:schemeClr>
                </a:gs>
              </a:gsLst>
              <a:lin ang="5400000" scaled="1"/>
            </a:gradFill>
            <a:prstDash val="solid"/>
            <a:miter lim="800000"/>
          </a:ln>
          <a:effectLst>
            <a:outerShdw blurRad="431800" dist="152400" dir="5400000" sx="91000" sy="91000" algn="t" rotWithShape="0">
              <a:schemeClr val="accent1">
                <a:alpha val="30000"/>
              </a:schemeClr>
            </a:outerShdw>
          </a:effectLst>
        </p:spPr>
        <p:txBody>
          <a:bodyPr wrap="none" rtlCol="0" anchor="ctr">
            <a:noAutofit/>
          </a:bodyPr>
          <a:lstStyle/>
          <a:p>
            <a:pPr algn="ctr">
              <a:spcBef>
                <a:spcPts val="0"/>
              </a:spcBef>
              <a:spcAft>
                <a:spcPts val="0"/>
              </a:spcAft>
              <a:buClrTx/>
              <a:buSzTx/>
              <a:buFontTx/>
            </a:pPr>
            <a:endParaRPr lang="zh-CN" altLang="en-US" dirty="0">
              <a:latin typeface="思源黑体" panose="020B0500000000000000" pitchFamily="34" charset="-122"/>
              <a:ea typeface="思源黑体" panose="020B0500000000000000" pitchFamily="34" charset="-122"/>
              <a:sym typeface="+mn-ea"/>
            </a:endParaRPr>
          </a:p>
        </p:txBody>
      </p:sp>
      <p:sp>
        <p:nvSpPr>
          <p:cNvPr id="4" name="梯形 3">
            <a:extLst>
              <a:ext uri="{FF2B5EF4-FFF2-40B4-BE49-F238E27FC236}">
                <a16:creationId xmlns:a16="http://schemas.microsoft.com/office/drawing/2014/main" id="{6EECA336-C753-FB32-170E-A1BA4E1E0F1A}"/>
              </a:ext>
            </a:extLst>
          </p:cNvPr>
          <p:cNvSpPr/>
          <p:nvPr/>
        </p:nvSpPr>
        <p:spPr>
          <a:xfrm rot="5400000" flipH="1">
            <a:off x="-131278" y="3026384"/>
            <a:ext cx="2838741" cy="1733578"/>
          </a:xfrm>
          <a:prstGeom prst="trapezoid">
            <a:avLst>
              <a:gd name="adj" fmla="val 11604"/>
            </a:avLst>
          </a:prstGeom>
          <a:gradFill flip="none" rotWithShape="1">
            <a:gsLst>
              <a:gs pos="71000">
                <a:schemeClr val="bg1">
                  <a:alpha val="0"/>
                </a:schemeClr>
              </a:gs>
              <a:gs pos="100000">
                <a:schemeClr val="bg1">
                  <a:lumMod val="95000"/>
                  <a:alpha val="60085"/>
                </a:schemeClr>
              </a:gs>
            </a:gsLst>
            <a:lin ang="5400000" scaled="0"/>
            <a:tileRect/>
          </a:gradFill>
          <a:ln w="3175" cap="flat" cmpd="sng" algn="ctr">
            <a:gradFill>
              <a:gsLst>
                <a:gs pos="71000">
                  <a:schemeClr val="bg1">
                    <a:alpha val="0"/>
                  </a:schemeClr>
                </a:gs>
                <a:gs pos="100000">
                  <a:schemeClr val="bg1">
                    <a:lumMod val="75000"/>
                  </a:schemeClr>
                </a:gs>
              </a:gsLst>
              <a:lin ang="5400000" scaled="1"/>
            </a:gradFill>
            <a:prstDash val="solid"/>
            <a:miter lim="800000"/>
          </a:ln>
          <a:effectLst>
            <a:outerShdw blurRad="431800" dist="152400" dir="5400000" sx="91000" sy="91000" algn="t" rotWithShape="0">
              <a:schemeClr val="accent1">
                <a:alpha val="30000"/>
              </a:schemeClr>
            </a:outerShdw>
          </a:effectLst>
        </p:spPr>
        <p:txBody>
          <a:bodyPr wrap="none" rtlCol="0" anchor="ctr">
            <a:noAutofit/>
          </a:bodyPr>
          <a:lstStyle/>
          <a:p>
            <a:pPr algn="ctr">
              <a:spcBef>
                <a:spcPts val="0"/>
              </a:spcBef>
              <a:spcAft>
                <a:spcPts val="0"/>
              </a:spcAft>
              <a:buClrTx/>
              <a:buSzTx/>
              <a:buFontTx/>
            </a:pPr>
            <a:endParaRPr lang="zh-CN" altLang="en-US">
              <a:latin typeface="思源黑体" panose="020B0500000000000000" pitchFamily="34" charset="-122"/>
              <a:ea typeface="思源黑体" panose="020B0500000000000000" pitchFamily="34" charset="-122"/>
              <a:sym typeface="+mn-ea"/>
            </a:endParaRPr>
          </a:p>
        </p:txBody>
      </p:sp>
      <p:sp>
        <p:nvSpPr>
          <p:cNvPr id="5" name="梯形 4">
            <a:extLst>
              <a:ext uri="{FF2B5EF4-FFF2-40B4-BE49-F238E27FC236}">
                <a16:creationId xmlns:a16="http://schemas.microsoft.com/office/drawing/2014/main" id="{279DBEE9-64E1-5B22-A237-6FE4DB1AEDB8}"/>
              </a:ext>
            </a:extLst>
          </p:cNvPr>
          <p:cNvSpPr/>
          <p:nvPr/>
        </p:nvSpPr>
        <p:spPr>
          <a:xfrm rot="16200000">
            <a:off x="8988100" y="3010475"/>
            <a:ext cx="3173608" cy="1733578"/>
          </a:xfrm>
          <a:prstGeom prst="trapezoid">
            <a:avLst>
              <a:gd name="adj" fmla="val 11604"/>
            </a:avLst>
          </a:prstGeom>
          <a:gradFill flip="none" rotWithShape="1">
            <a:gsLst>
              <a:gs pos="71000">
                <a:schemeClr val="bg1">
                  <a:alpha val="0"/>
                </a:schemeClr>
              </a:gs>
              <a:gs pos="100000">
                <a:schemeClr val="bg1">
                  <a:lumMod val="95000"/>
                  <a:alpha val="60085"/>
                </a:schemeClr>
              </a:gs>
            </a:gsLst>
            <a:lin ang="5400000" scaled="0"/>
            <a:tileRect/>
          </a:gradFill>
          <a:ln w="3175" cap="flat" cmpd="sng" algn="ctr">
            <a:gradFill>
              <a:gsLst>
                <a:gs pos="71000">
                  <a:schemeClr val="bg1">
                    <a:alpha val="0"/>
                  </a:schemeClr>
                </a:gs>
                <a:gs pos="100000">
                  <a:schemeClr val="bg1">
                    <a:lumMod val="75000"/>
                  </a:schemeClr>
                </a:gs>
              </a:gsLst>
              <a:lin ang="5400000" scaled="1"/>
            </a:gradFill>
            <a:prstDash val="solid"/>
            <a:miter lim="800000"/>
          </a:ln>
          <a:effectLst>
            <a:outerShdw blurRad="431800" dist="152400" dir="5400000" sx="91000" sy="91000" algn="t" rotWithShape="0">
              <a:schemeClr val="accent1">
                <a:alpha val="30000"/>
              </a:schemeClr>
            </a:outerShdw>
          </a:effectLst>
        </p:spPr>
        <p:txBody>
          <a:bodyPr wrap="none" rtlCol="0" anchor="ctr">
            <a:noAutofit/>
          </a:bodyPr>
          <a:lstStyle/>
          <a:p>
            <a:pPr algn="ctr">
              <a:spcBef>
                <a:spcPts val="0"/>
              </a:spcBef>
              <a:spcAft>
                <a:spcPts val="0"/>
              </a:spcAft>
              <a:buClrTx/>
              <a:buSzTx/>
              <a:buFontTx/>
            </a:pPr>
            <a:endParaRPr lang="zh-CN" altLang="en-US" dirty="0">
              <a:latin typeface="思源黑体" panose="020B0500000000000000" pitchFamily="34" charset="-122"/>
              <a:ea typeface="思源黑体" panose="020B0500000000000000" pitchFamily="34" charset="-122"/>
              <a:sym typeface="+mn-ea"/>
            </a:endParaRPr>
          </a:p>
        </p:txBody>
      </p:sp>
      <p:sp>
        <p:nvSpPr>
          <p:cNvPr id="6" name="梯形 5">
            <a:extLst>
              <a:ext uri="{FF2B5EF4-FFF2-40B4-BE49-F238E27FC236}">
                <a16:creationId xmlns:a16="http://schemas.microsoft.com/office/drawing/2014/main" id="{91403772-6223-1887-D589-B2D19DF2F91C}"/>
              </a:ext>
            </a:extLst>
          </p:cNvPr>
          <p:cNvSpPr/>
          <p:nvPr/>
        </p:nvSpPr>
        <p:spPr>
          <a:xfrm rot="16200000">
            <a:off x="9464872" y="3035073"/>
            <a:ext cx="2838741" cy="1733578"/>
          </a:xfrm>
          <a:prstGeom prst="trapezoid">
            <a:avLst>
              <a:gd name="adj" fmla="val 11604"/>
            </a:avLst>
          </a:prstGeom>
          <a:gradFill flip="none" rotWithShape="1">
            <a:gsLst>
              <a:gs pos="71000">
                <a:schemeClr val="bg1">
                  <a:alpha val="0"/>
                </a:schemeClr>
              </a:gs>
              <a:gs pos="100000">
                <a:schemeClr val="bg1">
                  <a:lumMod val="95000"/>
                  <a:alpha val="60085"/>
                </a:schemeClr>
              </a:gs>
            </a:gsLst>
            <a:lin ang="5400000" scaled="0"/>
            <a:tileRect/>
          </a:gradFill>
          <a:ln w="3175" cap="flat" cmpd="sng" algn="ctr">
            <a:gradFill>
              <a:gsLst>
                <a:gs pos="71000">
                  <a:schemeClr val="bg1">
                    <a:alpha val="0"/>
                  </a:schemeClr>
                </a:gs>
                <a:gs pos="100000">
                  <a:schemeClr val="bg1">
                    <a:lumMod val="75000"/>
                  </a:schemeClr>
                </a:gs>
              </a:gsLst>
              <a:lin ang="5400000" scaled="1"/>
            </a:gradFill>
            <a:prstDash val="solid"/>
            <a:miter lim="800000"/>
          </a:ln>
          <a:effectLst>
            <a:outerShdw blurRad="431800" dist="152400" dir="5400000" sx="91000" sy="91000" algn="t" rotWithShape="0">
              <a:schemeClr val="accent1">
                <a:alpha val="30000"/>
              </a:schemeClr>
            </a:outerShdw>
          </a:effectLst>
        </p:spPr>
        <p:txBody>
          <a:bodyPr wrap="none" rtlCol="0" anchor="ctr">
            <a:noAutofit/>
          </a:bodyPr>
          <a:lstStyle/>
          <a:p>
            <a:pPr algn="ctr">
              <a:spcBef>
                <a:spcPts val="0"/>
              </a:spcBef>
              <a:spcAft>
                <a:spcPts val="0"/>
              </a:spcAft>
              <a:buClrTx/>
              <a:buSzTx/>
              <a:buFontTx/>
            </a:pPr>
            <a:endParaRPr lang="zh-CN" altLang="en-US">
              <a:latin typeface="思源黑体" panose="020B0500000000000000" pitchFamily="34" charset="-122"/>
              <a:ea typeface="思源黑体" panose="020B0500000000000000" pitchFamily="34" charset="-122"/>
              <a:sym typeface="+mn-ea"/>
            </a:endParaRPr>
          </a:p>
        </p:txBody>
      </p:sp>
      <p:sp>
        <p:nvSpPr>
          <p:cNvPr id="7" name="矩形: 圆角 5">
            <a:extLst>
              <a:ext uri="{FF2B5EF4-FFF2-40B4-BE49-F238E27FC236}">
                <a16:creationId xmlns:a16="http://schemas.microsoft.com/office/drawing/2014/main" id="{70862292-DB0F-DFAE-F050-26240EC479F7}"/>
              </a:ext>
            </a:extLst>
          </p:cNvPr>
          <p:cNvSpPr/>
          <p:nvPr/>
        </p:nvSpPr>
        <p:spPr>
          <a:xfrm>
            <a:off x="5165522" y="2531070"/>
            <a:ext cx="1841500" cy="2741585"/>
          </a:xfrm>
          <a:prstGeom prst="roundRect">
            <a:avLst>
              <a:gd name="adj" fmla="val 5633"/>
            </a:avLst>
          </a:prstGeom>
          <a:gradFill>
            <a:gsLst>
              <a:gs pos="0">
                <a:srgbClr val="0070C0"/>
              </a:gs>
              <a:gs pos="100000">
                <a:schemeClr val="accent5">
                  <a:lumMod val="75000"/>
                </a:schemeClr>
              </a:gs>
            </a:gsLst>
            <a:lin ang="18900000" scaled="1"/>
          </a:gradFill>
          <a:ln w="12700" cap="flat" cmpd="sng" algn="ctr">
            <a:noFill/>
            <a:prstDash val="solid"/>
            <a:miter lim="800000"/>
          </a:ln>
          <a:effectLst>
            <a:outerShdw blurRad="444500" dist="38100" dir="16200000" sx="90000" sy="90000" rotWithShape="0">
              <a:schemeClr val="accent1">
                <a:alpha val="60000"/>
              </a:schemeClr>
            </a:outerShdw>
          </a:effectLst>
        </p:spPr>
        <p:txBody>
          <a:bodyPr wrap="square" rtlCol="0" anchor="ctr">
            <a:noAutofit/>
          </a:bodyPr>
          <a:lstStyle/>
          <a:p>
            <a:pPr algn="ctr"/>
            <a:endParaRPr lang="zh-CN" altLang="en-US">
              <a:latin typeface="思源黑体" panose="020B0500000000000000" pitchFamily="34" charset="-122"/>
              <a:ea typeface="思源黑体" panose="020B0500000000000000" pitchFamily="34" charset="-122"/>
              <a:sym typeface="+mn-ea"/>
            </a:endParaRPr>
          </a:p>
        </p:txBody>
      </p:sp>
      <p:sp>
        <p:nvSpPr>
          <p:cNvPr id="8" name="文本框 7">
            <a:extLst>
              <a:ext uri="{FF2B5EF4-FFF2-40B4-BE49-F238E27FC236}">
                <a16:creationId xmlns:a16="http://schemas.microsoft.com/office/drawing/2014/main" id="{0241F25F-4D20-5DEF-F6E0-EBF967EE9C35}"/>
              </a:ext>
            </a:extLst>
          </p:cNvPr>
          <p:cNvSpPr txBox="1"/>
          <p:nvPr>
            <p:custDataLst>
              <p:tags r:id="rId1"/>
            </p:custDataLst>
          </p:nvPr>
        </p:nvSpPr>
        <p:spPr>
          <a:xfrm>
            <a:off x="5428977" y="3117559"/>
            <a:ext cx="1314590" cy="1568607"/>
          </a:xfrm>
          <a:prstGeom prst="rect">
            <a:avLst/>
          </a:prstGeom>
          <a:noFill/>
        </p:spPr>
        <p:txBody>
          <a:bodyPr wrap="square" lIns="0" tIns="0" rIns="0" bIns="0" numCol="1" rtlCol="0" anchor="ctr">
            <a:noAutofit/>
          </a:bodyPr>
          <a:lstStyle/>
          <a:p>
            <a:pPr lvl="0" algn="ctr">
              <a:buClrTx/>
              <a:buSzTx/>
              <a:buFontTx/>
            </a:pPr>
            <a:r>
              <a:rPr lang="zh-CN" altLang="en-US" sz="3200" b="1" dirty="0">
                <a:solidFill>
                  <a:schemeClr val="bg1"/>
                </a:solidFill>
                <a:latin typeface="+mj-ea"/>
                <a:ea typeface="+mj-ea"/>
                <a:cs typeface="思源黑体 CN Bold" panose="020B0800000000000000" pitchFamily="34" charset="-122"/>
                <a:sym typeface="+mn-ea"/>
              </a:rPr>
              <a:t>输入</a:t>
            </a:r>
            <a:endParaRPr lang="en-US" altLang="zh-CN" sz="3200" b="1" dirty="0">
              <a:solidFill>
                <a:schemeClr val="bg1"/>
              </a:solidFill>
              <a:latin typeface="+mj-ea"/>
              <a:ea typeface="+mj-ea"/>
              <a:cs typeface="思源黑体 CN Bold" panose="020B0800000000000000" pitchFamily="34" charset="-122"/>
              <a:sym typeface="+mn-ea"/>
            </a:endParaRPr>
          </a:p>
          <a:p>
            <a:pPr lvl="0" algn="ctr">
              <a:buClrTx/>
              <a:buSzTx/>
              <a:buFontTx/>
            </a:pPr>
            <a:r>
              <a:rPr lang="zh-CN" altLang="en-US" sz="3200" b="1" dirty="0">
                <a:solidFill>
                  <a:schemeClr val="bg1"/>
                </a:solidFill>
                <a:latin typeface="+mj-ea"/>
                <a:ea typeface="+mj-ea"/>
                <a:cs typeface="思源黑体 CN Bold" panose="020B0800000000000000" pitchFamily="34" charset="-122"/>
                <a:sym typeface="+mn-ea"/>
              </a:rPr>
              <a:t>标题</a:t>
            </a:r>
          </a:p>
        </p:txBody>
      </p:sp>
      <p:sp>
        <p:nvSpPr>
          <p:cNvPr id="9" name="矩形: 圆角 8">
            <a:extLst>
              <a:ext uri="{FF2B5EF4-FFF2-40B4-BE49-F238E27FC236}">
                <a16:creationId xmlns:a16="http://schemas.microsoft.com/office/drawing/2014/main" id="{B7C3AE48-67E1-D511-8C2D-CDC3D0207179}"/>
              </a:ext>
            </a:extLst>
          </p:cNvPr>
          <p:cNvSpPr/>
          <p:nvPr/>
        </p:nvSpPr>
        <p:spPr>
          <a:xfrm>
            <a:off x="3204940" y="2531070"/>
            <a:ext cx="1939170" cy="2741585"/>
          </a:xfrm>
          <a:prstGeom prst="roundRect">
            <a:avLst>
              <a:gd name="adj" fmla="val 5633"/>
            </a:avLst>
          </a:prstGeom>
          <a:blipFill>
            <a:blip r:embed="rId4" cstate="screen">
              <a:extLst>
                <a:ext uri="{28A0092B-C50C-407E-A947-70E740481C1C}">
                  <a14:useLocalDpi xmlns:a14="http://schemas.microsoft.com/office/drawing/2010/main"/>
                </a:ext>
              </a:extLst>
            </a:blip>
            <a:stretch>
              <a:fillRect/>
            </a:stretch>
          </a:blipFill>
          <a:ln w="3175" cap="flat" cmpd="sng" algn="ctr">
            <a:solidFill>
              <a:schemeClr val="bg1">
                <a:lumMod val="75000"/>
              </a:schemeClr>
            </a:solidFill>
            <a:prstDash val="solid"/>
            <a:miter lim="800000"/>
          </a:ln>
          <a:effectLst>
            <a:outerShdw blurRad="584200" dist="38100" dir="5400000" sx="108000" sy="108000" algn="t" rotWithShape="0">
              <a:schemeClr val="bg1">
                <a:lumMod val="95000"/>
                <a:alpha val="15000"/>
              </a:schemeClr>
            </a:outerShdw>
          </a:effectLst>
          <a:scene3d>
            <a:camera prst="perspectiveRight">
              <a:rot lat="0" lon="20699993" rev="0"/>
            </a:camera>
            <a:lightRig rig="threePt" dir="t"/>
          </a:scene3d>
        </p:spPr>
        <p:txBody>
          <a:bodyPr wrap="none" rtlCol="0" anchor="ctr">
            <a:noAutofit/>
          </a:bodyPr>
          <a:lstStyle/>
          <a:p>
            <a:pPr algn="ctr"/>
            <a:endParaRPr lang="zh-CN" altLang="en-US">
              <a:latin typeface="思源黑体" panose="020B0500000000000000" pitchFamily="34" charset="-122"/>
              <a:ea typeface="思源黑体" panose="020B0500000000000000" pitchFamily="34" charset="-122"/>
              <a:sym typeface="+mn-ea"/>
            </a:endParaRPr>
          </a:p>
        </p:txBody>
      </p:sp>
      <p:sp>
        <p:nvSpPr>
          <p:cNvPr id="10" name="矩形: 圆角 20">
            <a:extLst>
              <a:ext uri="{FF2B5EF4-FFF2-40B4-BE49-F238E27FC236}">
                <a16:creationId xmlns:a16="http://schemas.microsoft.com/office/drawing/2014/main" id="{5BEDC0AC-E8F0-DD27-1AAF-2520C2DA1B97}"/>
              </a:ext>
            </a:extLst>
          </p:cNvPr>
          <p:cNvSpPr/>
          <p:nvPr/>
        </p:nvSpPr>
        <p:spPr>
          <a:xfrm>
            <a:off x="1055977" y="2397904"/>
            <a:ext cx="2127551" cy="3007917"/>
          </a:xfrm>
          <a:prstGeom prst="roundRect">
            <a:avLst>
              <a:gd name="adj" fmla="val 5633"/>
            </a:avLst>
          </a:prstGeom>
          <a:blipFill dpi="0" rotWithShape="1">
            <a:blip r:embed="rId5" cstate="screen">
              <a:extLst>
                <a:ext uri="{28A0092B-C50C-407E-A947-70E740481C1C}">
                  <a14:useLocalDpi xmlns:a14="http://schemas.microsoft.com/office/drawing/2010/main"/>
                </a:ext>
              </a:extLst>
            </a:blip>
            <a:srcRect/>
            <a:stretch>
              <a:fillRect/>
            </a:stretch>
          </a:blipFill>
          <a:ln w="3175" cap="flat" cmpd="sng" algn="ctr">
            <a:solidFill>
              <a:schemeClr val="bg1">
                <a:lumMod val="75000"/>
              </a:schemeClr>
            </a:solidFill>
            <a:prstDash val="solid"/>
            <a:miter lim="800000"/>
          </a:ln>
          <a:effectLst>
            <a:outerShdw blurRad="584200" dist="38100" dir="5400000" sx="108000" sy="108000" algn="t" rotWithShape="0">
              <a:schemeClr val="bg1">
                <a:lumMod val="95000"/>
                <a:alpha val="15000"/>
              </a:schemeClr>
            </a:outerShdw>
          </a:effectLst>
          <a:scene3d>
            <a:camera prst="perspectiveRight" fov="3300000">
              <a:rot lat="0" lon="20699996" rev="0"/>
            </a:camera>
            <a:lightRig rig="threePt" dir="t"/>
          </a:scene3d>
        </p:spPr>
        <p:txBody>
          <a:bodyPr wrap="none" rtlCol="0" anchor="ctr">
            <a:noAutofit/>
          </a:bodyPr>
          <a:lstStyle/>
          <a:p>
            <a:pPr algn="ctr"/>
            <a:endParaRPr lang="zh-CN" altLang="en-US">
              <a:latin typeface="思源黑体" panose="020B0500000000000000" pitchFamily="34" charset="-122"/>
              <a:ea typeface="思源黑体" panose="020B0500000000000000" pitchFamily="34" charset="-122"/>
              <a:sym typeface="+mn-ea"/>
            </a:endParaRPr>
          </a:p>
        </p:txBody>
      </p:sp>
      <p:sp>
        <p:nvSpPr>
          <p:cNvPr id="11" name="矩形: 圆角 41">
            <a:extLst>
              <a:ext uri="{FF2B5EF4-FFF2-40B4-BE49-F238E27FC236}">
                <a16:creationId xmlns:a16="http://schemas.microsoft.com/office/drawing/2014/main" id="{8370D914-EDE4-AE10-3180-CDB29E28732B}"/>
              </a:ext>
            </a:extLst>
          </p:cNvPr>
          <p:cNvSpPr/>
          <p:nvPr/>
        </p:nvSpPr>
        <p:spPr>
          <a:xfrm>
            <a:off x="7028434" y="2531070"/>
            <a:ext cx="1939170" cy="2741585"/>
          </a:xfrm>
          <a:prstGeom prst="roundRect">
            <a:avLst>
              <a:gd name="adj" fmla="val 5633"/>
            </a:avLst>
          </a:prstGeom>
          <a:blipFill>
            <a:blip r:embed="rId6" cstate="screen">
              <a:extLst>
                <a:ext uri="{28A0092B-C50C-407E-A947-70E740481C1C}">
                  <a14:useLocalDpi xmlns:a14="http://schemas.microsoft.com/office/drawing/2010/main"/>
                </a:ext>
              </a:extLst>
            </a:blip>
            <a:stretch>
              <a:fillRect/>
            </a:stretch>
          </a:blipFill>
          <a:ln w="3175" cap="flat" cmpd="sng" algn="ctr">
            <a:solidFill>
              <a:schemeClr val="bg1">
                <a:lumMod val="75000"/>
              </a:schemeClr>
            </a:solidFill>
            <a:prstDash val="solid"/>
            <a:miter lim="800000"/>
          </a:ln>
          <a:effectLst>
            <a:outerShdw blurRad="584200" dist="38100" dir="5400000" sx="108000" sy="108000" algn="t" rotWithShape="0">
              <a:schemeClr val="bg1">
                <a:lumMod val="95000"/>
                <a:alpha val="15000"/>
              </a:schemeClr>
            </a:outerShdw>
          </a:effectLst>
          <a:scene3d>
            <a:camera prst="perspectiveLeft">
              <a:rot lat="0" lon="900000" rev="0"/>
            </a:camera>
            <a:lightRig rig="threePt" dir="t"/>
          </a:scene3d>
        </p:spPr>
        <p:txBody>
          <a:bodyPr wrap="none" rtlCol="0" anchor="ctr">
            <a:noAutofit/>
          </a:bodyPr>
          <a:lstStyle/>
          <a:p>
            <a:pPr algn="ctr"/>
            <a:endParaRPr lang="zh-CN" altLang="en-US">
              <a:latin typeface="思源黑体" panose="020B0500000000000000" pitchFamily="34" charset="-122"/>
              <a:ea typeface="思源黑体" panose="020B0500000000000000" pitchFamily="34" charset="-122"/>
              <a:sym typeface="+mn-ea"/>
            </a:endParaRPr>
          </a:p>
        </p:txBody>
      </p:sp>
      <p:sp>
        <p:nvSpPr>
          <p:cNvPr id="12" name="矩形: 圆角 46">
            <a:extLst>
              <a:ext uri="{FF2B5EF4-FFF2-40B4-BE49-F238E27FC236}">
                <a16:creationId xmlns:a16="http://schemas.microsoft.com/office/drawing/2014/main" id="{7EA46F0D-2869-9A6B-48DD-D8AF31DF0765}"/>
              </a:ext>
            </a:extLst>
          </p:cNvPr>
          <p:cNvSpPr/>
          <p:nvPr/>
        </p:nvSpPr>
        <p:spPr>
          <a:xfrm>
            <a:off x="8989016" y="2397904"/>
            <a:ext cx="2127551" cy="3007917"/>
          </a:xfrm>
          <a:prstGeom prst="roundRect">
            <a:avLst>
              <a:gd name="adj" fmla="val 5633"/>
            </a:avLst>
          </a:prstGeom>
          <a:blipFill>
            <a:blip r:embed="rId7" cstate="screen">
              <a:extLst>
                <a:ext uri="{28A0092B-C50C-407E-A947-70E740481C1C}">
                  <a14:useLocalDpi xmlns:a14="http://schemas.microsoft.com/office/drawing/2010/main"/>
                </a:ext>
              </a:extLst>
            </a:blip>
            <a:stretch>
              <a:fillRect/>
            </a:stretch>
          </a:blipFill>
          <a:ln w="3175" cap="flat" cmpd="sng" algn="ctr">
            <a:solidFill>
              <a:schemeClr val="bg1">
                <a:lumMod val="75000"/>
              </a:schemeClr>
            </a:solidFill>
            <a:prstDash val="solid"/>
            <a:miter lim="800000"/>
          </a:ln>
          <a:effectLst>
            <a:outerShdw blurRad="584200" dist="38100" dir="5400000" sx="108000" sy="108000" algn="t" rotWithShape="0">
              <a:schemeClr val="bg1">
                <a:lumMod val="95000"/>
                <a:alpha val="15000"/>
              </a:schemeClr>
            </a:outerShdw>
          </a:effectLst>
          <a:scene3d>
            <a:camera prst="perspectiveLeft" fov="3300000">
              <a:rot lat="0" lon="900000" rev="0"/>
            </a:camera>
            <a:lightRig rig="threePt" dir="t"/>
          </a:scene3d>
        </p:spPr>
        <p:txBody>
          <a:bodyPr wrap="none" rtlCol="0" anchor="ctr">
            <a:noAutofit/>
          </a:bodyPr>
          <a:lstStyle/>
          <a:p>
            <a:pPr algn="ctr"/>
            <a:endParaRPr lang="zh-CN" altLang="en-US">
              <a:latin typeface="思源黑体" panose="020B0500000000000000" pitchFamily="34" charset="-122"/>
              <a:ea typeface="思源黑体" panose="020B0500000000000000" pitchFamily="34" charset="-122"/>
              <a:sym typeface="+mn-ea"/>
            </a:endParaRPr>
          </a:p>
        </p:txBody>
      </p:sp>
    </p:spTree>
    <p:extLst>
      <p:ext uri="{BB962C8B-B14F-4D97-AF65-F5344CB8AC3E}">
        <p14:creationId xmlns:p14="http://schemas.microsoft.com/office/powerpoint/2010/main" val="407794666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0351C1F-6B5A-DE43-9656-72D9DCD86E83}"/>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项目工作复盘</a:t>
            </a:r>
          </a:p>
        </p:txBody>
      </p:sp>
      <p:sp>
        <p:nvSpPr>
          <p:cNvPr id="39" name="矩形 38">
            <a:extLst>
              <a:ext uri="{FF2B5EF4-FFF2-40B4-BE49-F238E27FC236}">
                <a16:creationId xmlns:a16="http://schemas.microsoft.com/office/drawing/2014/main" id="{FDF4E254-632C-01A0-1DCB-3A8D6CED48F2}"/>
              </a:ext>
            </a:extLst>
          </p:cNvPr>
          <p:cNvSpPr/>
          <p:nvPr/>
        </p:nvSpPr>
        <p:spPr>
          <a:xfrm>
            <a:off x="7585534" y="1468431"/>
            <a:ext cx="4617353" cy="2477919"/>
          </a:xfrm>
          <a:prstGeom prst="rect">
            <a:avLst/>
          </a:prstGeom>
          <a:blipFill dpi="0" rotWithShape="0">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圆角 54">
            <a:extLst>
              <a:ext uri="{FF2B5EF4-FFF2-40B4-BE49-F238E27FC236}">
                <a16:creationId xmlns:a16="http://schemas.microsoft.com/office/drawing/2014/main" id="{AC8C4417-9714-7D82-5072-6B782B93379A}"/>
              </a:ext>
            </a:extLst>
          </p:cNvPr>
          <p:cNvSpPr/>
          <p:nvPr/>
        </p:nvSpPr>
        <p:spPr>
          <a:xfrm>
            <a:off x="0" y="1468433"/>
            <a:ext cx="7612683" cy="2485537"/>
          </a:xfrm>
          <a:prstGeom prst="roundRect">
            <a:avLst>
              <a:gd name="adj" fmla="val 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41" name="矩形 40">
            <a:extLst>
              <a:ext uri="{FF2B5EF4-FFF2-40B4-BE49-F238E27FC236}">
                <a16:creationId xmlns:a16="http://schemas.microsoft.com/office/drawing/2014/main" id="{AFA8AC0F-18CA-1812-1B0E-A5A57113AE58}"/>
              </a:ext>
            </a:extLst>
          </p:cNvPr>
          <p:cNvSpPr/>
          <p:nvPr/>
        </p:nvSpPr>
        <p:spPr>
          <a:xfrm>
            <a:off x="5350656" y="1464621"/>
            <a:ext cx="6852231" cy="2485538"/>
          </a:xfrm>
          <a:prstGeom prst="rect">
            <a:avLst/>
          </a:prstGeom>
          <a:gradFill flip="none" rotWithShape="1">
            <a:gsLst>
              <a:gs pos="0">
                <a:srgbClr val="0070C0">
                  <a:alpha val="4170"/>
                </a:srgbClr>
              </a:gs>
              <a:gs pos="60000">
                <a:srgbClr val="0070C0"/>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panose="020B0500000000000000" pitchFamily="34" charset="-122"/>
              <a:ea typeface="思源黑体" panose="020B0500000000000000" pitchFamily="34" charset="-122"/>
            </a:endParaRPr>
          </a:p>
        </p:txBody>
      </p:sp>
      <p:sp>
        <p:nvSpPr>
          <p:cNvPr id="42" name="文本框 41">
            <a:extLst>
              <a:ext uri="{FF2B5EF4-FFF2-40B4-BE49-F238E27FC236}">
                <a16:creationId xmlns:a16="http://schemas.microsoft.com/office/drawing/2014/main" id="{6630D156-4B61-50F1-815E-9513811BA250}"/>
              </a:ext>
            </a:extLst>
          </p:cNvPr>
          <p:cNvSpPr txBox="1"/>
          <p:nvPr/>
        </p:nvSpPr>
        <p:spPr>
          <a:xfrm>
            <a:off x="533399" y="1678643"/>
            <a:ext cx="4073069" cy="461665"/>
          </a:xfrm>
          <a:prstGeom prst="rect">
            <a:avLst/>
          </a:prstGeom>
          <a:noFill/>
        </p:spPr>
        <p:txBody>
          <a:bodyPr wrap="square" rtlCol="0">
            <a:spAutoFit/>
          </a:bodyPr>
          <a:lstStyle/>
          <a:p>
            <a:r>
              <a:rPr lang="zh-CN" altLang="en-US" sz="2400" kern="100" dirty="0">
                <a:solidFill>
                  <a:schemeClr val="bg1"/>
                </a:solidFill>
                <a:effectLst/>
                <a:latin typeface="+mj-ea"/>
                <a:ea typeface="+mj-ea"/>
                <a:cs typeface="+mn-ea"/>
                <a:sym typeface="+mn-lt"/>
              </a:rPr>
              <a:t>在这里输入你的关键内容</a:t>
            </a:r>
            <a:endParaRPr lang="zh-CN" altLang="en-US" sz="2400" dirty="0">
              <a:solidFill>
                <a:schemeClr val="bg1"/>
              </a:solidFill>
              <a:latin typeface="+mj-ea"/>
              <a:ea typeface="+mj-ea"/>
              <a:sym typeface="+mn-ea"/>
            </a:endParaRPr>
          </a:p>
        </p:txBody>
      </p:sp>
      <p:sp>
        <p:nvSpPr>
          <p:cNvPr id="43" name="文本框 42">
            <a:extLst>
              <a:ext uri="{FF2B5EF4-FFF2-40B4-BE49-F238E27FC236}">
                <a16:creationId xmlns:a16="http://schemas.microsoft.com/office/drawing/2014/main" id="{D8392E9F-3B91-3B8F-808A-C51004C6304D}"/>
              </a:ext>
            </a:extLst>
          </p:cNvPr>
          <p:cNvSpPr txBox="1"/>
          <p:nvPr/>
        </p:nvSpPr>
        <p:spPr>
          <a:xfrm>
            <a:off x="571501" y="2330618"/>
            <a:ext cx="1088570" cy="400110"/>
          </a:xfrm>
          <a:prstGeom prst="rect">
            <a:avLst/>
          </a:prstGeom>
          <a:noFill/>
        </p:spPr>
        <p:txBody>
          <a:bodyPr wrap="square" rtlCol="0">
            <a:spAutoFit/>
          </a:bodyPr>
          <a:lstStyle/>
          <a:p>
            <a:r>
              <a:rPr lang="zh-CN" altLang="en-US" sz="2000" dirty="0">
                <a:solidFill>
                  <a:schemeClr val="bg1"/>
                </a:solidFill>
                <a:latin typeface="+mj-ea"/>
                <a:ea typeface="+mj-ea"/>
              </a:rPr>
              <a:t>关键词</a:t>
            </a:r>
          </a:p>
        </p:txBody>
      </p:sp>
      <p:sp>
        <p:nvSpPr>
          <p:cNvPr id="44" name="文本框 43">
            <a:extLst>
              <a:ext uri="{FF2B5EF4-FFF2-40B4-BE49-F238E27FC236}">
                <a16:creationId xmlns:a16="http://schemas.microsoft.com/office/drawing/2014/main" id="{3189C9CC-E302-900F-9330-BA55A2F083A4}"/>
              </a:ext>
            </a:extLst>
          </p:cNvPr>
          <p:cNvSpPr txBox="1"/>
          <p:nvPr/>
        </p:nvSpPr>
        <p:spPr>
          <a:xfrm>
            <a:off x="571500" y="2698326"/>
            <a:ext cx="2307772" cy="307777"/>
          </a:xfrm>
          <a:prstGeom prst="rect">
            <a:avLst/>
          </a:prstGeom>
          <a:noFill/>
        </p:spPr>
        <p:txBody>
          <a:bodyPr wrap="square" rtlCol="0">
            <a:spAutoFit/>
          </a:bodyPr>
          <a:lstStyle/>
          <a:p>
            <a:r>
              <a:rPr lang="zh-CN" altLang="en-US" sz="1400" dirty="0">
                <a:solidFill>
                  <a:schemeClr val="bg1"/>
                </a:solidFill>
                <a:latin typeface="+mn-ea"/>
              </a:rPr>
              <a:t>在这里输入你的正文</a:t>
            </a:r>
          </a:p>
        </p:txBody>
      </p:sp>
      <p:cxnSp>
        <p:nvCxnSpPr>
          <p:cNvPr id="45" name="直接连接符 61">
            <a:extLst>
              <a:ext uri="{FF2B5EF4-FFF2-40B4-BE49-F238E27FC236}">
                <a16:creationId xmlns:a16="http://schemas.microsoft.com/office/drawing/2014/main" id="{F3D1CEE0-735F-BF8A-4D9F-64876AC1C3C0}"/>
              </a:ext>
            </a:extLst>
          </p:cNvPr>
          <p:cNvCxnSpPr>
            <a:cxnSpLocks/>
          </p:cNvCxnSpPr>
          <p:nvPr/>
        </p:nvCxnSpPr>
        <p:spPr>
          <a:xfrm>
            <a:off x="3006271" y="2434849"/>
            <a:ext cx="0" cy="59470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5626E266-F2AE-84B5-1292-12CEC7CF4BF6}"/>
              </a:ext>
            </a:extLst>
          </p:cNvPr>
          <p:cNvSpPr txBox="1"/>
          <p:nvPr/>
        </p:nvSpPr>
        <p:spPr>
          <a:xfrm>
            <a:off x="3390901" y="2330618"/>
            <a:ext cx="1088570" cy="400110"/>
          </a:xfrm>
          <a:prstGeom prst="rect">
            <a:avLst/>
          </a:prstGeom>
          <a:noFill/>
        </p:spPr>
        <p:txBody>
          <a:bodyPr wrap="square" rtlCol="0">
            <a:spAutoFit/>
          </a:bodyPr>
          <a:lstStyle/>
          <a:p>
            <a:r>
              <a:rPr lang="zh-CN" altLang="en-US" sz="2000" dirty="0">
                <a:solidFill>
                  <a:schemeClr val="bg1"/>
                </a:solidFill>
                <a:latin typeface="+mj-ea"/>
                <a:ea typeface="+mj-ea"/>
              </a:rPr>
              <a:t>关键词</a:t>
            </a:r>
          </a:p>
        </p:txBody>
      </p:sp>
      <p:sp>
        <p:nvSpPr>
          <p:cNvPr id="47" name="文本框 46">
            <a:extLst>
              <a:ext uri="{FF2B5EF4-FFF2-40B4-BE49-F238E27FC236}">
                <a16:creationId xmlns:a16="http://schemas.microsoft.com/office/drawing/2014/main" id="{10C2E34A-FED0-C3C7-C503-C5DB32BE8C43}"/>
              </a:ext>
            </a:extLst>
          </p:cNvPr>
          <p:cNvSpPr txBox="1"/>
          <p:nvPr/>
        </p:nvSpPr>
        <p:spPr>
          <a:xfrm>
            <a:off x="3390900" y="2698326"/>
            <a:ext cx="2307772" cy="307777"/>
          </a:xfrm>
          <a:prstGeom prst="rect">
            <a:avLst/>
          </a:prstGeom>
          <a:noFill/>
        </p:spPr>
        <p:txBody>
          <a:bodyPr wrap="square" rtlCol="0">
            <a:spAutoFit/>
          </a:bodyPr>
          <a:lstStyle/>
          <a:p>
            <a:r>
              <a:rPr lang="zh-CN" altLang="en-US" sz="1400" dirty="0">
                <a:solidFill>
                  <a:schemeClr val="bg1"/>
                </a:solidFill>
                <a:latin typeface="+mn-ea"/>
              </a:rPr>
              <a:t>在这里输入你的正文</a:t>
            </a:r>
          </a:p>
        </p:txBody>
      </p:sp>
      <p:cxnSp>
        <p:nvCxnSpPr>
          <p:cNvPr id="48" name="直接连接符 64">
            <a:extLst>
              <a:ext uri="{FF2B5EF4-FFF2-40B4-BE49-F238E27FC236}">
                <a16:creationId xmlns:a16="http://schemas.microsoft.com/office/drawing/2014/main" id="{245EE574-51FD-3124-5147-904DA910AB29}"/>
              </a:ext>
            </a:extLst>
          </p:cNvPr>
          <p:cNvCxnSpPr>
            <a:cxnSpLocks/>
          </p:cNvCxnSpPr>
          <p:nvPr/>
        </p:nvCxnSpPr>
        <p:spPr>
          <a:xfrm>
            <a:off x="5825671" y="2434849"/>
            <a:ext cx="0" cy="59470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9" name="文本框 48">
            <a:extLst>
              <a:ext uri="{FF2B5EF4-FFF2-40B4-BE49-F238E27FC236}">
                <a16:creationId xmlns:a16="http://schemas.microsoft.com/office/drawing/2014/main" id="{A7C1219A-9D29-6399-D93A-2E78383E6A56}"/>
              </a:ext>
            </a:extLst>
          </p:cNvPr>
          <p:cNvSpPr txBox="1"/>
          <p:nvPr/>
        </p:nvSpPr>
        <p:spPr>
          <a:xfrm>
            <a:off x="6210301" y="2330618"/>
            <a:ext cx="1088570" cy="400110"/>
          </a:xfrm>
          <a:prstGeom prst="rect">
            <a:avLst/>
          </a:prstGeom>
          <a:noFill/>
        </p:spPr>
        <p:txBody>
          <a:bodyPr wrap="square" rtlCol="0">
            <a:spAutoFit/>
          </a:bodyPr>
          <a:lstStyle/>
          <a:p>
            <a:r>
              <a:rPr lang="zh-CN" altLang="en-US" sz="2000" dirty="0">
                <a:solidFill>
                  <a:schemeClr val="bg1"/>
                </a:solidFill>
                <a:latin typeface="+mj-ea"/>
                <a:ea typeface="+mj-ea"/>
              </a:rPr>
              <a:t>关键词</a:t>
            </a:r>
          </a:p>
        </p:txBody>
      </p:sp>
      <p:sp>
        <p:nvSpPr>
          <p:cNvPr id="50" name="文本框 49">
            <a:extLst>
              <a:ext uri="{FF2B5EF4-FFF2-40B4-BE49-F238E27FC236}">
                <a16:creationId xmlns:a16="http://schemas.microsoft.com/office/drawing/2014/main" id="{230D3276-4081-C3CE-FD96-71C11DC58E36}"/>
              </a:ext>
            </a:extLst>
          </p:cNvPr>
          <p:cNvSpPr txBox="1"/>
          <p:nvPr/>
        </p:nvSpPr>
        <p:spPr>
          <a:xfrm>
            <a:off x="6210300" y="2698326"/>
            <a:ext cx="2307772" cy="307777"/>
          </a:xfrm>
          <a:prstGeom prst="rect">
            <a:avLst/>
          </a:prstGeom>
          <a:noFill/>
        </p:spPr>
        <p:txBody>
          <a:bodyPr wrap="square" rtlCol="0">
            <a:spAutoFit/>
          </a:bodyPr>
          <a:lstStyle/>
          <a:p>
            <a:r>
              <a:rPr lang="zh-CN" altLang="en-US" sz="1400" dirty="0">
                <a:solidFill>
                  <a:schemeClr val="bg1"/>
                </a:solidFill>
                <a:latin typeface="+mn-ea"/>
              </a:rPr>
              <a:t>在这里输入你的正文</a:t>
            </a:r>
          </a:p>
        </p:txBody>
      </p:sp>
      <p:cxnSp>
        <p:nvCxnSpPr>
          <p:cNvPr id="51" name="直接连接符 67">
            <a:extLst>
              <a:ext uri="{FF2B5EF4-FFF2-40B4-BE49-F238E27FC236}">
                <a16:creationId xmlns:a16="http://schemas.microsoft.com/office/drawing/2014/main" id="{FEB79245-C131-3B14-09CC-644F1A7319A9}"/>
              </a:ext>
            </a:extLst>
          </p:cNvPr>
          <p:cNvCxnSpPr>
            <a:cxnSpLocks/>
          </p:cNvCxnSpPr>
          <p:nvPr/>
        </p:nvCxnSpPr>
        <p:spPr>
          <a:xfrm>
            <a:off x="8645071" y="2434849"/>
            <a:ext cx="0" cy="59470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C1B1FEAF-924F-F773-9241-4F0FF74F70C2}"/>
              </a:ext>
            </a:extLst>
          </p:cNvPr>
          <p:cNvSpPr txBox="1"/>
          <p:nvPr/>
        </p:nvSpPr>
        <p:spPr>
          <a:xfrm>
            <a:off x="9029701" y="2330618"/>
            <a:ext cx="1088570" cy="400110"/>
          </a:xfrm>
          <a:prstGeom prst="rect">
            <a:avLst/>
          </a:prstGeom>
          <a:noFill/>
        </p:spPr>
        <p:txBody>
          <a:bodyPr wrap="square" rtlCol="0">
            <a:spAutoFit/>
          </a:bodyPr>
          <a:lstStyle/>
          <a:p>
            <a:r>
              <a:rPr lang="zh-CN" altLang="en-US" sz="2000" dirty="0">
                <a:solidFill>
                  <a:schemeClr val="bg1"/>
                </a:solidFill>
                <a:latin typeface="+mj-ea"/>
                <a:ea typeface="+mj-ea"/>
              </a:rPr>
              <a:t>关键词</a:t>
            </a:r>
          </a:p>
        </p:txBody>
      </p:sp>
      <p:sp>
        <p:nvSpPr>
          <p:cNvPr id="53" name="文本框 52">
            <a:extLst>
              <a:ext uri="{FF2B5EF4-FFF2-40B4-BE49-F238E27FC236}">
                <a16:creationId xmlns:a16="http://schemas.microsoft.com/office/drawing/2014/main" id="{93B31516-EFEA-C265-5F5F-D0C83BFB9858}"/>
              </a:ext>
            </a:extLst>
          </p:cNvPr>
          <p:cNvSpPr txBox="1"/>
          <p:nvPr/>
        </p:nvSpPr>
        <p:spPr>
          <a:xfrm>
            <a:off x="9029700" y="2698326"/>
            <a:ext cx="2307772" cy="307777"/>
          </a:xfrm>
          <a:prstGeom prst="rect">
            <a:avLst/>
          </a:prstGeom>
          <a:noFill/>
        </p:spPr>
        <p:txBody>
          <a:bodyPr wrap="square" rtlCol="0">
            <a:spAutoFit/>
          </a:bodyPr>
          <a:lstStyle/>
          <a:p>
            <a:r>
              <a:rPr lang="zh-CN" altLang="en-US" sz="1400" dirty="0">
                <a:solidFill>
                  <a:schemeClr val="bg1"/>
                </a:solidFill>
                <a:latin typeface="+mn-ea"/>
              </a:rPr>
              <a:t>在这里输入你的正文</a:t>
            </a:r>
          </a:p>
        </p:txBody>
      </p:sp>
      <p:sp>
        <p:nvSpPr>
          <p:cNvPr id="54" name="矩形: 圆角 71">
            <a:extLst>
              <a:ext uri="{FF2B5EF4-FFF2-40B4-BE49-F238E27FC236}">
                <a16:creationId xmlns:a16="http://schemas.microsoft.com/office/drawing/2014/main" id="{DDC976AD-8B9F-563B-266E-43C1DCBF2604}"/>
              </a:ext>
            </a:extLst>
          </p:cNvPr>
          <p:cNvSpPr/>
          <p:nvPr/>
        </p:nvSpPr>
        <p:spPr>
          <a:xfrm>
            <a:off x="6396853" y="3291794"/>
            <a:ext cx="5292000" cy="2777670"/>
          </a:xfrm>
          <a:prstGeom prst="roundRect">
            <a:avLst>
              <a:gd name="adj" fmla="val 3726"/>
            </a:avLst>
          </a:prstGeom>
          <a:solidFill>
            <a:schemeClr val="bg1"/>
          </a:solidFill>
          <a:ln>
            <a:noFill/>
          </a:ln>
          <a:effectLst>
            <a:outerShdw blurRad="228600" algn="ctr" rotWithShape="0">
              <a:schemeClr val="tx1">
                <a:lumMod val="75000"/>
                <a:lumOff val="25000"/>
                <a:alpha val="18000"/>
              </a:schemeClr>
            </a:outerShdw>
            <a:reflection stA="34000" endPos="20000" dist="381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思源黑体" panose="020B0500000000000000" pitchFamily="34" charset="-122"/>
              <a:ea typeface="思源黑体" panose="020B0500000000000000" pitchFamily="34" charset="-122"/>
            </a:endParaRPr>
          </a:p>
        </p:txBody>
      </p:sp>
      <p:sp>
        <p:nvSpPr>
          <p:cNvPr id="55" name="文本框 54">
            <a:extLst>
              <a:ext uri="{FF2B5EF4-FFF2-40B4-BE49-F238E27FC236}">
                <a16:creationId xmlns:a16="http://schemas.microsoft.com/office/drawing/2014/main" id="{D274CBA1-3021-C4E7-4F0B-1FFF619DD2BA}"/>
              </a:ext>
            </a:extLst>
          </p:cNvPr>
          <p:cNvSpPr txBox="1"/>
          <p:nvPr/>
        </p:nvSpPr>
        <p:spPr>
          <a:xfrm>
            <a:off x="6722960" y="3510876"/>
            <a:ext cx="1413330" cy="369332"/>
          </a:xfrm>
          <a:prstGeom prst="rect">
            <a:avLst/>
          </a:prstGeom>
          <a:noFill/>
        </p:spPr>
        <p:txBody>
          <a:bodyPr wrap="square" rtlCol="0">
            <a:spAutoFit/>
          </a:bodyPr>
          <a:lstStyle>
            <a:defPPr>
              <a:defRPr lang="zh-CN"/>
            </a:defPPr>
            <a:lvl1pPr>
              <a:defRPr sz="2000">
                <a:solidFill>
                  <a:schemeClr val="accent1"/>
                </a:solidFill>
                <a:latin typeface="+mj-ea"/>
                <a:ea typeface="+mj-ea"/>
              </a:defRPr>
            </a:lvl1pPr>
          </a:lstStyle>
          <a:p>
            <a:pPr algn="dist"/>
            <a:r>
              <a:rPr lang="zh-CN" altLang="en-US" sz="1800" dirty="0">
                <a:solidFill>
                  <a:schemeClr val="tx1">
                    <a:lumMod val="75000"/>
                    <a:lumOff val="25000"/>
                  </a:schemeClr>
                </a:solidFill>
              </a:rPr>
              <a:t>关键词标题</a:t>
            </a:r>
          </a:p>
        </p:txBody>
      </p:sp>
      <p:cxnSp>
        <p:nvCxnSpPr>
          <p:cNvPr id="56" name="直接连接符 73">
            <a:extLst>
              <a:ext uri="{FF2B5EF4-FFF2-40B4-BE49-F238E27FC236}">
                <a16:creationId xmlns:a16="http://schemas.microsoft.com/office/drawing/2014/main" id="{362E1D38-08E4-7CB7-1495-02C9493F7D53}"/>
              </a:ext>
            </a:extLst>
          </p:cNvPr>
          <p:cNvCxnSpPr>
            <a:cxnSpLocks/>
          </p:cNvCxnSpPr>
          <p:nvPr/>
        </p:nvCxnSpPr>
        <p:spPr>
          <a:xfrm>
            <a:off x="6826376" y="3972155"/>
            <a:ext cx="1763486" cy="0"/>
          </a:xfrm>
          <a:prstGeom prst="line">
            <a:avLst/>
          </a:prstGeom>
          <a:ln w="19050">
            <a:gradFill>
              <a:gsLst>
                <a:gs pos="100000">
                  <a:schemeClr val="bg1"/>
                </a:gs>
                <a:gs pos="0">
                  <a:schemeClr val="tx1">
                    <a:lumMod val="75000"/>
                    <a:lumOff val="2500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57" name="直接连接符 74">
            <a:extLst>
              <a:ext uri="{FF2B5EF4-FFF2-40B4-BE49-F238E27FC236}">
                <a16:creationId xmlns:a16="http://schemas.microsoft.com/office/drawing/2014/main" id="{97A4CDEE-3984-B614-FA0B-345EB622D0BC}"/>
              </a:ext>
            </a:extLst>
          </p:cNvPr>
          <p:cNvCxnSpPr>
            <a:cxnSpLocks/>
          </p:cNvCxnSpPr>
          <p:nvPr/>
        </p:nvCxnSpPr>
        <p:spPr>
          <a:xfrm>
            <a:off x="6847640" y="4940345"/>
            <a:ext cx="3031672" cy="0"/>
          </a:xfrm>
          <a:prstGeom prst="line">
            <a:avLst/>
          </a:prstGeom>
          <a:ln w="9525">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58" name="文本框 57">
            <a:extLst>
              <a:ext uri="{FF2B5EF4-FFF2-40B4-BE49-F238E27FC236}">
                <a16:creationId xmlns:a16="http://schemas.microsoft.com/office/drawing/2014/main" id="{B8B7DBDD-0621-58DC-5E49-A9544D9E9DA6}"/>
              </a:ext>
            </a:extLst>
          </p:cNvPr>
          <p:cNvSpPr txBox="1"/>
          <p:nvPr/>
        </p:nvSpPr>
        <p:spPr>
          <a:xfrm>
            <a:off x="7317089" y="5106240"/>
            <a:ext cx="4079931" cy="633058"/>
          </a:xfrm>
          <a:prstGeom prst="rect">
            <a:avLst/>
          </a:prstGeom>
          <a:noFill/>
        </p:spPr>
        <p:txBody>
          <a:bodyPr wrap="square" rtlCol="0">
            <a:spAutoFit/>
          </a:bodyPr>
          <a:lstStyle/>
          <a:p>
            <a:pPr>
              <a:lnSpc>
                <a:spcPct val="130000"/>
              </a:lnSpc>
            </a:pPr>
            <a:r>
              <a:rPr lang="zh-CN" altLang="en-US" sz="1400" dirty="0">
                <a:solidFill>
                  <a:schemeClr val="bg1">
                    <a:lumMod val="50000"/>
                  </a:schemeClr>
                </a:solidFill>
                <a:latin typeface="+mn-ea"/>
                <a:sym typeface="+mn-ea"/>
              </a:rPr>
              <a:t>在这里输入你的正文，阐述与关键词标题相关的具体内容，若字数太多酌情先删减文案</a:t>
            </a:r>
            <a:endParaRPr lang="zh-CN" altLang="en-US" sz="1400" dirty="0">
              <a:solidFill>
                <a:schemeClr val="bg1">
                  <a:lumMod val="50000"/>
                </a:schemeClr>
              </a:solidFill>
              <a:latin typeface="+mn-ea"/>
            </a:endParaRPr>
          </a:p>
        </p:txBody>
      </p:sp>
      <p:sp>
        <p:nvSpPr>
          <p:cNvPr id="59" name="矩形: 圆角 81">
            <a:extLst>
              <a:ext uri="{FF2B5EF4-FFF2-40B4-BE49-F238E27FC236}">
                <a16:creationId xmlns:a16="http://schemas.microsoft.com/office/drawing/2014/main" id="{7D7D7603-899A-B2A1-5701-8ED1E7FF7F02}"/>
              </a:ext>
            </a:extLst>
          </p:cNvPr>
          <p:cNvSpPr/>
          <p:nvPr/>
        </p:nvSpPr>
        <p:spPr>
          <a:xfrm>
            <a:off x="6806706" y="5203065"/>
            <a:ext cx="457200" cy="457200"/>
          </a:xfrm>
          <a:prstGeom prst="roundRect">
            <a:avLst/>
          </a:prstGeom>
          <a:solidFill>
            <a:srgbClr val="0070C0"/>
          </a:solidFill>
          <a:ln w="12700" cap="flat" cmpd="sng" algn="ctr">
            <a:noFill/>
            <a:prstDash val="solid"/>
            <a:miter lim="800000"/>
          </a:ln>
          <a:effectLst/>
        </p:spPr>
        <p:txBody>
          <a:bodyPr rtlCol="0" anchor="ctr"/>
          <a:lstStyle/>
          <a:p>
            <a:pPr algn="ctr"/>
            <a:endParaRPr lang="zh-CN" altLang="en-US" sz="2400" dirty="0">
              <a:solidFill>
                <a:prstClr val="white"/>
              </a:solidFill>
              <a:latin typeface="思源黑体" panose="020B0500000000000000" pitchFamily="34" charset="-122"/>
              <a:ea typeface="思源黑体" panose="020B0500000000000000" pitchFamily="34" charset="-122"/>
              <a:cs typeface="OPPOSans H" panose="00020600040101010101" pitchFamily="18" charset="-122"/>
            </a:endParaRPr>
          </a:p>
        </p:txBody>
      </p:sp>
      <p:sp>
        <p:nvSpPr>
          <p:cNvPr id="60" name="文本框 59">
            <a:extLst>
              <a:ext uri="{FF2B5EF4-FFF2-40B4-BE49-F238E27FC236}">
                <a16:creationId xmlns:a16="http://schemas.microsoft.com/office/drawing/2014/main" id="{15C8BCCE-DF49-A339-FE02-F98AF9782CD1}"/>
              </a:ext>
            </a:extLst>
          </p:cNvPr>
          <p:cNvSpPr txBox="1"/>
          <p:nvPr/>
        </p:nvSpPr>
        <p:spPr>
          <a:xfrm>
            <a:off x="7317089" y="4119868"/>
            <a:ext cx="4177903" cy="633058"/>
          </a:xfrm>
          <a:prstGeom prst="rect">
            <a:avLst/>
          </a:prstGeom>
          <a:noFill/>
        </p:spPr>
        <p:txBody>
          <a:bodyPr wrap="square" rtlCol="0">
            <a:spAutoFit/>
          </a:bodyPr>
          <a:lstStyle/>
          <a:p>
            <a:pPr>
              <a:lnSpc>
                <a:spcPct val="130000"/>
              </a:lnSpc>
            </a:pPr>
            <a:r>
              <a:rPr lang="zh-CN" altLang="en-US" sz="1400" dirty="0">
                <a:solidFill>
                  <a:schemeClr val="bg1">
                    <a:lumMod val="50000"/>
                  </a:schemeClr>
                </a:solidFill>
                <a:latin typeface="+mn-ea"/>
                <a:sym typeface="+mn-ea"/>
              </a:rPr>
              <a:t>在这里输入你的正文，阐述与关键词标题相关的具体内容，若字数太多酌情先删减文案</a:t>
            </a:r>
            <a:endParaRPr lang="zh-CN" altLang="en-US" sz="1400" dirty="0">
              <a:solidFill>
                <a:schemeClr val="bg1">
                  <a:lumMod val="50000"/>
                </a:schemeClr>
              </a:solidFill>
              <a:latin typeface="+mn-ea"/>
            </a:endParaRPr>
          </a:p>
        </p:txBody>
      </p:sp>
      <p:sp>
        <p:nvSpPr>
          <p:cNvPr id="61" name="矩形: 圆角 78">
            <a:extLst>
              <a:ext uri="{FF2B5EF4-FFF2-40B4-BE49-F238E27FC236}">
                <a16:creationId xmlns:a16="http://schemas.microsoft.com/office/drawing/2014/main" id="{D131D814-0C30-1CE7-F2BD-EB9437516AD2}"/>
              </a:ext>
            </a:extLst>
          </p:cNvPr>
          <p:cNvSpPr/>
          <p:nvPr/>
        </p:nvSpPr>
        <p:spPr>
          <a:xfrm>
            <a:off x="6806706" y="4216693"/>
            <a:ext cx="457200" cy="457200"/>
          </a:xfrm>
          <a:prstGeom prst="roundRect">
            <a:avLst/>
          </a:prstGeom>
          <a:solidFill>
            <a:srgbClr val="0070C0"/>
          </a:solidFill>
          <a:ln w="12700" cap="flat" cmpd="sng" algn="ctr">
            <a:noFill/>
            <a:prstDash val="solid"/>
            <a:miter lim="800000"/>
          </a:ln>
          <a:effectLst/>
        </p:spPr>
        <p:txBody>
          <a:bodyPr rtlCol="0" anchor="ctr"/>
          <a:lstStyle/>
          <a:p>
            <a:pPr algn="ctr"/>
            <a:endParaRPr lang="zh-CN" altLang="en-US" sz="2400" dirty="0">
              <a:solidFill>
                <a:prstClr val="white"/>
              </a:solidFill>
              <a:latin typeface="思源黑体" panose="020B0500000000000000" pitchFamily="34" charset="-122"/>
              <a:ea typeface="思源黑体" panose="020B0500000000000000" pitchFamily="34" charset="-122"/>
              <a:cs typeface="OPPOSans H" panose="00020600040101010101" pitchFamily="18" charset="-122"/>
            </a:endParaRPr>
          </a:p>
        </p:txBody>
      </p:sp>
      <p:sp>
        <p:nvSpPr>
          <p:cNvPr id="62" name="矩形: 圆角 84">
            <a:extLst>
              <a:ext uri="{FF2B5EF4-FFF2-40B4-BE49-F238E27FC236}">
                <a16:creationId xmlns:a16="http://schemas.microsoft.com/office/drawing/2014/main" id="{09498EEF-800A-39BE-47A6-78B768BD34CE}"/>
              </a:ext>
            </a:extLst>
          </p:cNvPr>
          <p:cNvSpPr/>
          <p:nvPr/>
        </p:nvSpPr>
        <p:spPr>
          <a:xfrm>
            <a:off x="503148" y="3291794"/>
            <a:ext cx="5292269" cy="2777671"/>
          </a:xfrm>
          <a:prstGeom prst="roundRect">
            <a:avLst>
              <a:gd name="adj" fmla="val 3726"/>
            </a:avLst>
          </a:prstGeom>
          <a:solidFill>
            <a:schemeClr val="bg1"/>
          </a:solidFill>
          <a:ln>
            <a:noFill/>
          </a:ln>
          <a:effectLst>
            <a:outerShdw blurRad="228600" algn="ctr" rotWithShape="0">
              <a:schemeClr val="tx1">
                <a:lumMod val="75000"/>
                <a:lumOff val="25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思源黑体" panose="020B0500000000000000" pitchFamily="34" charset="-122"/>
              <a:ea typeface="思源黑体" panose="020B0500000000000000" pitchFamily="34" charset="-122"/>
            </a:endParaRPr>
          </a:p>
        </p:txBody>
      </p:sp>
      <p:sp>
        <p:nvSpPr>
          <p:cNvPr id="63" name="文本框 62">
            <a:extLst>
              <a:ext uri="{FF2B5EF4-FFF2-40B4-BE49-F238E27FC236}">
                <a16:creationId xmlns:a16="http://schemas.microsoft.com/office/drawing/2014/main" id="{39BF49E6-0BB8-7C39-2AC6-FD7935630A4E}"/>
              </a:ext>
            </a:extLst>
          </p:cNvPr>
          <p:cNvSpPr txBox="1"/>
          <p:nvPr/>
        </p:nvSpPr>
        <p:spPr>
          <a:xfrm>
            <a:off x="812482" y="3510876"/>
            <a:ext cx="1413330" cy="369332"/>
          </a:xfrm>
          <a:prstGeom prst="rect">
            <a:avLst/>
          </a:prstGeom>
          <a:noFill/>
        </p:spPr>
        <p:txBody>
          <a:bodyPr wrap="square" rtlCol="0">
            <a:spAutoFit/>
          </a:bodyPr>
          <a:lstStyle/>
          <a:p>
            <a:pPr algn="dist"/>
            <a:r>
              <a:rPr lang="zh-CN" altLang="en-US" dirty="0">
                <a:solidFill>
                  <a:schemeClr val="tx1">
                    <a:lumMod val="75000"/>
                    <a:lumOff val="25000"/>
                  </a:schemeClr>
                </a:solidFill>
                <a:latin typeface="+mj-ea"/>
                <a:ea typeface="+mj-ea"/>
              </a:rPr>
              <a:t>关键词标题</a:t>
            </a:r>
          </a:p>
        </p:txBody>
      </p:sp>
      <p:cxnSp>
        <p:nvCxnSpPr>
          <p:cNvPr id="64" name="直接连接符 86">
            <a:extLst>
              <a:ext uri="{FF2B5EF4-FFF2-40B4-BE49-F238E27FC236}">
                <a16:creationId xmlns:a16="http://schemas.microsoft.com/office/drawing/2014/main" id="{9EC10C77-19C2-73D9-2020-1D86E7B55565}"/>
              </a:ext>
            </a:extLst>
          </p:cNvPr>
          <p:cNvCxnSpPr>
            <a:cxnSpLocks/>
          </p:cNvCxnSpPr>
          <p:nvPr/>
        </p:nvCxnSpPr>
        <p:spPr>
          <a:xfrm>
            <a:off x="915898" y="3972155"/>
            <a:ext cx="1763486" cy="0"/>
          </a:xfrm>
          <a:prstGeom prst="line">
            <a:avLst/>
          </a:prstGeom>
          <a:ln w="19050">
            <a:gradFill>
              <a:gsLst>
                <a:gs pos="100000">
                  <a:schemeClr val="bg1"/>
                </a:gs>
                <a:gs pos="0">
                  <a:schemeClr val="tx1">
                    <a:lumMod val="75000"/>
                    <a:lumOff val="25000"/>
                  </a:schemeClr>
                </a:gs>
              </a:gsLst>
              <a:lin ang="0" scaled="0"/>
            </a:gradFill>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83E50435-C2CD-D029-5668-DC9B454A4577}"/>
              </a:ext>
            </a:extLst>
          </p:cNvPr>
          <p:cNvSpPr txBox="1"/>
          <p:nvPr/>
        </p:nvSpPr>
        <p:spPr>
          <a:xfrm>
            <a:off x="812482" y="4084030"/>
            <a:ext cx="4770666" cy="633058"/>
          </a:xfrm>
          <a:prstGeom prst="rect">
            <a:avLst/>
          </a:prstGeom>
          <a:noFill/>
        </p:spPr>
        <p:txBody>
          <a:bodyPr wrap="square" rtlCol="0">
            <a:spAutoFit/>
          </a:bodyPr>
          <a:lstStyle/>
          <a:p>
            <a:pPr>
              <a:lnSpc>
                <a:spcPct val="130000"/>
              </a:lnSpc>
            </a:pPr>
            <a:r>
              <a:rPr lang="zh-CN" altLang="en-US" sz="1400" dirty="0">
                <a:solidFill>
                  <a:schemeClr val="bg1">
                    <a:lumMod val="50000"/>
                  </a:schemeClr>
                </a:solidFill>
                <a:latin typeface="+mn-ea"/>
                <a:sym typeface="+mn-ea"/>
              </a:rPr>
              <a:t>在这里输入你的正文，阐述与关键词标题相关的具体内容，若字数太多酌情先删减文案，再缩小字号</a:t>
            </a:r>
            <a:endParaRPr lang="zh-CN" altLang="en-US" sz="1400" dirty="0">
              <a:solidFill>
                <a:schemeClr val="bg1">
                  <a:lumMod val="50000"/>
                </a:schemeClr>
              </a:solidFill>
              <a:latin typeface="+mn-ea"/>
            </a:endParaRPr>
          </a:p>
        </p:txBody>
      </p:sp>
      <p:sp>
        <p:nvSpPr>
          <p:cNvPr id="66" name="矩形: 圆角 88">
            <a:extLst>
              <a:ext uri="{FF2B5EF4-FFF2-40B4-BE49-F238E27FC236}">
                <a16:creationId xmlns:a16="http://schemas.microsoft.com/office/drawing/2014/main" id="{BFFE8C73-72CD-A86E-257E-B2792B1D9844}"/>
              </a:ext>
            </a:extLst>
          </p:cNvPr>
          <p:cNvSpPr/>
          <p:nvPr/>
        </p:nvSpPr>
        <p:spPr>
          <a:xfrm>
            <a:off x="864189" y="4967942"/>
            <a:ext cx="803029" cy="311400"/>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mj-ea"/>
                <a:ea typeface="+mj-ea"/>
              </a:rPr>
              <a:t>关键词</a:t>
            </a:r>
          </a:p>
        </p:txBody>
      </p:sp>
      <p:sp>
        <p:nvSpPr>
          <p:cNvPr id="67" name="矩形: 圆角 89">
            <a:extLst>
              <a:ext uri="{FF2B5EF4-FFF2-40B4-BE49-F238E27FC236}">
                <a16:creationId xmlns:a16="http://schemas.microsoft.com/office/drawing/2014/main" id="{97724AC4-EEF5-1BA7-4B10-CC4FAD10E2B2}"/>
              </a:ext>
            </a:extLst>
          </p:cNvPr>
          <p:cNvSpPr/>
          <p:nvPr/>
        </p:nvSpPr>
        <p:spPr>
          <a:xfrm>
            <a:off x="2020986" y="4967942"/>
            <a:ext cx="803029" cy="311400"/>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mj-ea"/>
                <a:ea typeface="+mj-ea"/>
              </a:rPr>
              <a:t>关键词</a:t>
            </a:r>
          </a:p>
        </p:txBody>
      </p:sp>
      <p:sp>
        <p:nvSpPr>
          <p:cNvPr id="68" name="矩形: 圆角 90">
            <a:extLst>
              <a:ext uri="{FF2B5EF4-FFF2-40B4-BE49-F238E27FC236}">
                <a16:creationId xmlns:a16="http://schemas.microsoft.com/office/drawing/2014/main" id="{40F5B90F-DB9F-D6F2-F9D6-E9E4D4EAB81B}"/>
              </a:ext>
            </a:extLst>
          </p:cNvPr>
          <p:cNvSpPr/>
          <p:nvPr/>
        </p:nvSpPr>
        <p:spPr>
          <a:xfrm>
            <a:off x="3177783" y="4967942"/>
            <a:ext cx="803029" cy="311400"/>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mj-ea"/>
                <a:ea typeface="+mj-ea"/>
              </a:rPr>
              <a:t>关键词</a:t>
            </a:r>
          </a:p>
        </p:txBody>
      </p:sp>
      <p:sp>
        <p:nvSpPr>
          <p:cNvPr id="69" name="矩形: 圆角 91">
            <a:extLst>
              <a:ext uri="{FF2B5EF4-FFF2-40B4-BE49-F238E27FC236}">
                <a16:creationId xmlns:a16="http://schemas.microsoft.com/office/drawing/2014/main" id="{A1330A3A-5CA2-5FFB-D3CA-A849C3F24BBD}"/>
              </a:ext>
            </a:extLst>
          </p:cNvPr>
          <p:cNvSpPr/>
          <p:nvPr/>
        </p:nvSpPr>
        <p:spPr>
          <a:xfrm>
            <a:off x="864190" y="5433558"/>
            <a:ext cx="1084744" cy="292098"/>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mj-ea"/>
                <a:ea typeface="+mj-ea"/>
              </a:rPr>
              <a:t>关键词</a:t>
            </a:r>
          </a:p>
        </p:txBody>
      </p:sp>
      <p:sp>
        <p:nvSpPr>
          <p:cNvPr id="70" name="矩形: 圆角 92">
            <a:extLst>
              <a:ext uri="{FF2B5EF4-FFF2-40B4-BE49-F238E27FC236}">
                <a16:creationId xmlns:a16="http://schemas.microsoft.com/office/drawing/2014/main" id="{90E1D2C6-A200-7CF9-F5F1-08964BB020C8}"/>
              </a:ext>
            </a:extLst>
          </p:cNvPr>
          <p:cNvSpPr/>
          <p:nvPr/>
        </p:nvSpPr>
        <p:spPr>
          <a:xfrm>
            <a:off x="2422575" y="5461884"/>
            <a:ext cx="1084743" cy="263772"/>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mj-ea"/>
                <a:ea typeface="+mj-ea"/>
              </a:rPr>
              <a:t>关键词</a:t>
            </a:r>
          </a:p>
        </p:txBody>
      </p:sp>
      <p:sp>
        <p:nvSpPr>
          <p:cNvPr id="71" name="矩形: 圆角 93">
            <a:extLst>
              <a:ext uri="{FF2B5EF4-FFF2-40B4-BE49-F238E27FC236}">
                <a16:creationId xmlns:a16="http://schemas.microsoft.com/office/drawing/2014/main" id="{94D00CF2-A8A6-B797-BCF0-E7C5D991E959}"/>
              </a:ext>
            </a:extLst>
          </p:cNvPr>
          <p:cNvSpPr/>
          <p:nvPr/>
        </p:nvSpPr>
        <p:spPr>
          <a:xfrm>
            <a:off x="4334579" y="4967942"/>
            <a:ext cx="803029" cy="311400"/>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mj-ea"/>
                <a:ea typeface="+mj-ea"/>
              </a:rPr>
              <a:t>关键词</a:t>
            </a:r>
          </a:p>
        </p:txBody>
      </p:sp>
      <p:sp>
        <p:nvSpPr>
          <p:cNvPr id="72" name="矩形: 圆角 94">
            <a:extLst>
              <a:ext uri="{FF2B5EF4-FFF2-40B4-BE49-F238E27FC236}">
                <a16:creationId xmlns:a16="http://schemas.microsoft.com/office/drawing/2014/main" id="{602F3B02-CD97-63A2-F886-AEBDD7D144A5}"/>
              </a:ext>
            </a:extLst>
          </p:cNvPr>
          <p:cNvSpPr/>
          <p:nvPr/>
        </p:nvSpPr>
        <p:spPr>
          <a:xfrm>
            <a:off x="3980958" y="5461884"/>
            <a:ext cx="1084743" cy="263772"/>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100" dirty="0">
                <a:latin typeface="+mj-ea"/>
                <a:ea typeface="+mj-ea"/>
              </a:rPr>
              <a:t>关键词</a:t>
            </a:r>
          </a:p>
        </p:txBody>
      </p:sp>
      <p:sp>
        <p:nvSpPr>
          <p:cNvPr id="73" name="Freeform 21">
            <a:extLst>
              <a:ext uri="{FF2B5EF4-FFF2-40B4-BE49-F238E27FC236}">
                <a16:creationId xmlns:a16="http://schemas.microsoft.com/office/drawing/2014/main" id="{F8A93D50-A30C-EED9-A300-F16B2981D701}"/>
              </a:ext>
            </a:extLst>
          </p:cNvPr>
          <p:cNvSpPr>
            <a:spLocks noEditPoints="1"/>
          </p:cNvSpPr>
          <p:nvPr/>
        </p:nvSpPr>
        <p:spPr bwMode="auto">
          <a:xfrm>
            <a:off x="6937243" y="5304292"/>
            <a:ext cx="224361" cy="247977"/>
          </a:xfrm>
          <a:custGeom>
            <a:avLst/>
            <a:gdLst>
              <a:gd name="T0" fmla="*/ 126 w 186"/>
              <a:gd name="T1" fmla="*/ 74 h 205"/>
              <a:gd name="T2" fmla="*/ 93 w 186"/>
              <a:gd name="T3" fmla="*/ 106 h 205"/>
              <a:gd name="T4" fmla="*/ 59 w 186"/>
              <a:gd name="T5" fmla="*/ 74 h 205"/>
              <a:gd name="T6" fmla="*/ 57 w 186"/>
              <a:gd name="T7" fmla="*/ 74 h 205"/>
              <a:gd name="T8" fmla="*/ 51 w 186"/>
              <a:gd name="T9" fmla="*/ 70 h 205"/>
              <a:gd name="T10" fmla="*/ 48 w 186"/>
              <a:gd name="T11" fmla="*/ 53 h 205"/>
              <a:gd name="T12" fmla="*/ 53 w 186"/>
              <a:gd name="T13" fmla="*/ 47 h 205"/>
              <a:gd name="T14" fmla="*/ 54 w 186"/>
              <a:gd name="T15" fmla="*/ 47 h 205"/>
              <a:gd name="T16" fmla="*/ 53 w 186"/>
              <a:gd name="T17" fmla="*/ 39 h 205"/>
              <a:gd name="T18" fmla="*/ 53 w 186"/>
              <a:gd name="T19" fmla="*/ 33 h 205"/>
              <a:gd name="T20" fmla="*/ 80 w 186"/>
              <a:gd name="T21" fmla="*/ 6 h 205"/>
              <a:gd name="T22" fmla="*/ 83 w 186"/>
              <a:gd name="T23" fmla="*/ 6 h 205"/>
              <a:gd name="T24" fmla="*/ 83 w 186"/>
              <a:gd name="T25" fmla="*/ 4 h 205"/>
              <a:gd name="T26" fmla="*/ 108 w 186"/>
              <a:gd name="T27" fmla="*/ 5 h 205"/>
              <a:gd name="T28" fmla="*/ 115 w 186"/>
              <a:gd name="T29" fmla="*/ 8 h 205"/>
              <a:gd name="T30" fmla="*/ 131 w 186"/>
              <a:gd name="T31" fmla="*/ 33 h 205"/>
              <a:gd name="T32" fmla="*/ 131 w 186"/>
              <a:gd name="T33" fmla="*/ 39 h 205"/>
              <a:gd name="T34" fmla="*/ 130 w 186"/>
              <a:gd name="T35" fmla="*/ 47 h 205"/>
              <a:gd name="T36" fmla="*/ 132 w 186"/>
              <a:gd name="T37" fmla="*/ 47 h 205"/>
              <a:gd name="T38" fmla="*/ 137 w 186"/>
              <a:gd name="T39" fmla="*/ 53 h 205"/>
              <a:gd name="T40" fmla="*/ 134 w 186"/>
              <a:gd name="T41" fmla="*/ 70 h 205"/>
              <a:gd name="T42" fmla="*/ 128 w 186"/>
              <a:gd name="T43" fmla="*/ 74 h 205"/>
              <a:gd name="T44" fmla="*/ 126 w 186"/>
              <a:gd name="T45" fmla="*/ 74 h 205"/>
              <a:gd name="T46" fmla="*/ 120 w 186"/>
              <a:gd name="T47" fmla="*/ 178 h 205"/>
              <a:gd name="T48" fmla="*/ 149 w 186"/>
              <a:gd name="T49" fmla="*/ 178 h 205"/>
              <a:gd name="T50" fmla="*/ 149 w 186"/>
              <a:gd name="T51" fmla="*/ 184 h 205"/>
              <a:gd name="T52" fmla="*/ 120 w 186"/>
              <a:gd name="T53" fmla="*/ 184 h 205"/>
              <a:gd name="T54" fmla="*/ 120 w 186"/>
              <a:gd name="T55" fmla="*/ 178 h 205"/>
              <a:gd name="T56" fmla="*/ 93 w 186"/>
              <a:gd name="T57" fmla="*/ 124 h 205"/>
              <a:gd name="T58" fmla="*/ 105 w 186"/>
              <a:gd name="T59" fmla="*/ 124 h 205"/>
              <a:gd name="T60" fmla="*/ 98 w 186"/>
              <a:gd name="T61" fmla="*/ 138 h 205"/>
              <a:gd name="T62" fmla="*/ 107 w 186"/>
              <a:gd name="T63" fmla="*/ 205 h 205"/>
              <a:gd name="T64" fmla="*/ 79 w 186"/>
              <a:gd name="T65" fmla="*/ 205 h 205"/>
              <a:gd name="T66" fmla="*/ 88 w 186"/>
              <a:gd name="T67" fmla="*/ 138 h 205"/>
              <a:gd name="T68" fmla="*/ 81 w 186"/>
              <a:gd name="T69" fmla="*/ 124 h 205"/>
              <a:gd name="T70" fmla="*/ 93 w 186"/>
              <a:gd name="T71" fmla="*/ 124 h 205"/>
              <a:gd name="T72" fmla="*/ 5 w 186"/>
              <a:gd name="T73" fmla="*/ 205 h 205"/>
              <a:gd name="T74" fmla="*/ 0 w 186"/>
              <a:gd name="T75" fmla="*/ 156 h 205"/>
              <a:gd name="T76" fmla="*/ 0 w 186"/>
              <a:gd name="T77" fmla="*/ 152 h 205"/>
              <a:gd name="T78" fmla="*/ 19 w 186"/>
              <a:gd name="T79" fmla="*/ 134 h 205"/>
              <a:gd name="T80" fmla="*/ 59 w 186"/>
              <a:gd name="T81" fmla="*/ 119 h 205"/>
              <a:gd name="T82" fmla="*/ 60 w 186"/>
              <a:gd name="T83" fmla="*/ 119 h 205"/>
              <a:gd name="T84" fmla="*/ 76 w 186"/>
              <a:gd name="T85" fmla="*/ 205 h 205"/>
              <a:gd name="T86" fmla="*/ 5 w 186"/>
              <a:gd name="T87" fmla="*/ 205 h 205"/>
              <a:gd name="T88" fmla="*/ 181 w 186"/>
              <a:gd name="T89" fmla="*/ 205 h 205"/>
              <a:gd name="T90" fmla="*/ 110 w 186"/>
              <a:gd name="T91" fmla="*/ 205 h 205"/>
              <a:gd name="T92" fmla="*/ 126 w 186"/>
              <a:gd name="T93" fmla="*/ 119 h 205"/>
              <a:gd name="T94" fmla="*/ 127 w 186"/>
              <a:gd name="T95" fmla="*/ 119 h 205"/>
              <a:gd name="T96" fmla="*/ 167 w 186"/>
              <a:gd name="T97" fmla="*/ 134 h 205"/>
              <a:gd name="T98" fmla="*/ 186 w 186"/>
              <a:gd name="T99" fmla="*/ 152 h 205"/>
              <a:gd name="T100" fmla="*/ 186 w 186"/>
              <a:gd name="T101" fmla="*/ 156 h 205"/>
              <a:gd name="T102" fmla="*/ 181 w 186"/>
              <a:gd name="T103"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86" h="205">
                <a:moveTo>
                  <a:pt x="126" y="74"/>
                </a:moveTo>
                <a:cubicBezTo>
                  <a:pt x="121" y="92"/>
                  <a:pt x="107" y="106"/>
                  <a:pt x="93" y="106"/>
                </a:cubicBezTo>
                <a:cubicBezTo>
                  <a:pt x="79" y="106"/>
                  <a:pt x="65" y="92"/>
                  <a:pt x="59" y="74"/>
                </a:cubicBezTo>
                <a:cubicBezTo>
                  <a:pt x="57" y="74"/>
                  <a:pt x="57" y="74"/>
                  <a:pt x="57" y="74"/>
                </a:cubicBezTo>
                <a:cubicBezTo>
                  <a:pt x="54" y="74"/>
                  <a:pt x="51" y="72"/>
                  <a:pt x="51" y="70"/>
                </a:cubicBezTo>
                <a:cubicBezTo>
                  <a:pt x="48" y="53"/>
                  <a:pt x="48" y="53"/>
                  <a:pt x="48" y="53"/>
                </a:cubicBezTo>
                <a:cubicBezTo>
                  <a:pt x="48" y="50"/>
                  <a:pt x="50" y="47"/>
                  <a:pt x="53" y="47"/>
                </a:cubicBezTo>
                <a:cubicBezTo>
                  <a:pt x="54" y="47"/>
                  <a:pt x="54" y="47"/>
                  <a:pt x="54" y="47"/>
                </a:cubicBezTo>
                <a:cubicBezTo>
                  <a:pt x="54" y="44"/>
                  <a:pt x="53" y="41"/>
                  <a:pt x="53" y="39"/>
                </a:cubicBezTo>
                <a:cubicBezTo>
                  <a:pt x="53" y="33"/>
                  <a:pt x="53" y="33"/>
                  <a:pt x="53" y="33"/>
                </a:cubicBezTo>
                <a:cubicBezTo>
                  <a:pt x="53" y="18"/>
                  <a:pt x="65" y="6"/>
                  <a:pt x="80" y="6"/>
                </a:cubicBezTo>
                <a:cubicBezTo>
                  <a:pt x="83" y="6"/>
                  <a:pt x="83" y="6"/>
                  <a:pt x="83" y="6"/>
                </a:cubicBezTo>
                <a:cubicBezTo>
                  <a:pt x="83" y="5"/>
                  <a:pt x="83" y="5"/>
                  <a:pt x="83" y="4"/>
                </a:cubicBezTo>
                <a:cubicBezTo>
                  <a:pt x="85" y="0"/>
                  <a:pt x="96" y="0"/>
                  <a:pt x="108" y="5"/>
                </a:cubicBezTo>
                <a:cubicBezTo>
                  <a:pt x="110" y="6"/>
                  <a:pt x="113" y="7"/>
                  <a:pt x="115" y="8"/>
                </a:cubicBezTo>
                <a:cubicBezTo>
                  <a:pt x="125" y="12"/>
                  <a:pt x="131" y="21"/>
                  <a:pt x="131" y="33"/>
                </a:cubicBezTo>
                <a:cubicBezTo>
                  <a:pt x="131" y="39"/>
                  <a:pt x="131" y="39"/>
                  <a:pt x="131" y="39"/>
                </a:cubicBezTo>
                <a:cubicBezTo>
                  <a:pt x="131" y="41"/>
                  <a:pt x="131" y="44"/>
                  <a:pt x="130" y="47"/>
                </a:cubicBezTo>
                <a:cubicBezTo>
                  <a:pt x="132" y="47"/>
                  <a:pt x="132" y="47"/>
                  <a:pt x="132" y="47"/>
                </a:cubicBezTo>
                <a:cubicBezTo>
                  <a:pt x="135" y="47"/>
                  <a:pt x="137" y="50"/>
                  <a:pt x="137" y="53"/>
                </a:cubicBezTo>
                <a:cubicBezTo>
                  <a:pt x="134" y="70"/>
                  <a:pt x="134" y="70"/>
                  <a:pt x="134" y="70"/>
                </a:cubicBezTo>
                <a:cubicBezTo>
                  <a:pt x="134" y="72"/>
                  <a:pt x="131" y="74"/>
                  <a:pt x="128" y="74"/>
                </a:cubicBezTo>
                <a:cubicBezTo>
                  <a:pt x="126" y="74"/>
                  <a:pt x="126" y="74"/>
                  <a:pt x="126" y="74"/>
                </a:cubicBezTo>
                <a:close/>
                <a:moveTo>
                  <a:pt x="120" y="178"/>
                </a:moveTo>
                <a:cubicBezTo>
                  <a:pt x="149" y="178"/>
                  <a:pt x="149" y="178"/>
                  <a:pt x="149" y="178"/>
                </a:cubicBezTo>
                <a:cubicBezTo>
                  <a:pt x="149" y="184"/>
                  <a:pt x="149" y="184"/>
                  <a:pt x="149" y="184"/>
                </a:cubicBezTo>
                <a:cubicBezTo>
                  <a:pt x="120" y="184"/>
                  <a:pt x="120" y="184"/>
                  <a:pt x="120" y="184"/>
                </a:cubicBezTo>
                <a:cubicBezTo>
                  <a:pt x="120" y="178"/>
                  <a:pt x="120" y="178"/>
                  <a:pt x="120" y="178"/>
                </a:cubicBezTo>
                <a:close/>
                <a:moveTo>
                  <a:pt x="93" y="124"/>
                </a:moveTo>
                <a:cubicBezTo>
                  <a:pt x="105" y="124"/>
                  <a:pt x="105" y="124"/>
                  <a:pt x="105" y="124"/>
                </a:cubicBezTo>
                <a:cubicBezTo>
                  <a:pt x="98" y="138"/>
                  <a:pt x="98" y="138"/>
                  <a:pt x="98" y="138"/>
                </a:cubicBezTo>
                <a:cubicBezTo>
                  <a:pt x="107" y="205"/>
                  <a:pt x="107" y="205"/>
                  <a:pt x="107" y="205"/>
                </a:cubicBezTo>
                <a:cubicBezTo>
                  <a:pt x="79" y="205"/>
                  <a:pt x="79" y="205"/>
                  <a:pt x="79" y="205"/>
                </a:cubicBezTo>
                <a:cubicBezTo>
                  <a:pt x="88" y="138"/>
                  <a:pt x="88" y="138"/>
                  <a:pt x="88" y="138"/>
                </a:cubicBezTo>
                <a:cubicBezTo>
                  <a:pt x="81" y="124"/>
                  <a:pt x="81" y="124"/>
                  <a:pt x="81" y="124"/>
                </a:cubicBezTo>
                <a:cubicBezTo>
                  <a:pt x="93" y="124"/>
                  <a:pt x="93" y="124"/>
                  <a:pt x="93" y="124"/>
                </a:cubicBezTo>
                <a:close/>
                <a:moveTo>
                  <a:pt x="5" y="205"/>
                </a:moveTo>
                <a:cubicBezTo>
                  <a:pt x="0" y="156"/>
                  <a:pt x="0" y="156"/>
                  <a:pt x="0" y="156"/>
                </a:cubicBezTo>
                <a:cubicBezTo>
                  <a:pt x="0" y="152"/>
                  <a:pt x="0" y="152"/>
                  <a:pt x="0" y="152"/>
                </a:cubicBezTo>
                <a:cubicBezTo>
                  <a:pt x="0" y="142"/>
                  <a:pt x="11" y="136"/>
                  <a:pt x="19" y="134"/>
                </a:cubicBezTo>
                <a:cubicBezTo>
                  <a:pt x="27" y="132"/>
                  <a:pt x="50" y="126"/>
                  <a:pt x="59" y="119"/>
                </a:cubicBezTo>
                <a:cubicBezTo>
                  <a:pt x="60" y="119"/>
                  <a:pt x="60" y="119"/>
                  <a:pt x="60" y="119"/>
                </a:cubicBezTo>
                <a:cubicBezTo>
                  <a:pt x="76" y="205"/>
                  <a:pt x="76" y="205"/>
                  <a:pt x="76" y="205"/>
                </a:cubicBezTo>
                <a:cubicBezTo>
                  <a:pt x="5" y="205"/>
                  <a:pt x="5" y="205"/>
                  <a:pt x="5" y="205"/>
                </a:cubicBezTo>
                <a:close/>
                <a:moveTo>
                  <a:pt x="181" y="205"/>
                </a:moveTo>
                <a:cubicBezTo>
                  <a:pt x="110" y="205"/>
                  <a:pt x="110" y="205"/>
                  <a:pt x="110" y="205"/>
                </a:cubicBezTo>
                <a:cubicBezTo>
                  <a:pt x="126" y="119"/>
                  <a:pt x="126" y="119"/>
                  <a:pt x="126" y="119"/>
                </a:cubicBezTo>
                <a:cubicBezTo>
                  <a:pt x="127" y="119"/>
                  <a:pt x="127" y="119"/>
                  <a:pt x="127" y="119"/>
                </a:cubicBezTo>
                <a:cubicBezTo>
                  <a:pt x="136" y="126"/>
                  <a:pt x="159" y="132"/>
                  <a:pt x="167" y="134"/>
                </a:cubicBezTo>
                <a:cubicBezTo>
                  <a:pt x="175" y="136"/>
                  <a:pt x="186" y="142"/>
                  <a:pt x="186" y="152"/>
                </a:cubicBezTo>
                <a:cubicBezTo>
                  <a:pt x="186" y="156"/>
                  <a:pt x="186" y="156"/>
                  <a:pt x="186" y="156"/>
                </a:cubicBezTo>
                <a:cubicBezTo>
                  <a:pt x="181" y="205"/>
                  <a:pt x="181" y="205"/>
                  <a:pt x="181" y="20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74" name="Freeform 60">
            <a:extLst>
              <a:ext uri="{FF2B5EF4-FFF2-40B4-BE49-F238E27FC236}">
                <a16:creationId xmlns:a16="http://schemas.microsoft.com/office/drawing/2014/main" id="{35F65E5C-458C-4111-ABC2-910823AB357D}"/>
              </a:ext>
            </a:extLst>
          </p:cNvPr>
          <p:cNvSpPr>
            <a:spLocks noEditPoints="1"/>
          </p:cNvSpPr>
          <p:nvPr/>
        </p:nvSpPr>
        <p:spPr bwMode="auto">
          <a:xfrm>
            <a:off x="6934256" y="4333283"/>
            <a:ext cx="204472" cy="246023"/>
          </a:xfrm>
          <a:custGeom>
            <a:avLst/>
            <a:gdLst>
              <a:gd name="T0" fmla="*/ 83 w 166"/>
              <a:gd name="T1" fmla="*/ 0 h 200"/>
              <a:gd name="T2" fmla="*/ 166 w 166"/>
              <a:gd name="T3" fmla="*/ 83 h 200"/>
              <a:gd name="T4" fmla="*/ 112 w 166"/>
              <a:gd name="T5" fmla="*/ 160 h 200"/>
              <a:gd name="T6" fmla="*/ 83 w 166"/>
              <a:gd name="T7" fmla="*/ 200 h 200"/>
              <a:gd name="T8" fmla="*/ 54 w 166"/>
              <a:gd name="T9" fmla="*/ 160 h 200"/>
              <a:gd name="T10" fmla="*/ 0 w 166"/>
              <a:gd name="T11" fmla="*/ 83 h 200"/>
              <a:gd name="T12" fmla="*/ 83 w 166"/>
              <a:gd name="T13" fmla="*/ 0 h 200"/>
              <a:gd name="T14" fmla="*/ 48 w 166"/>
              <a:gd name="T15" fmla="*/ 92 h 200"/>
              <a:gd name="T16" fmla="*/ 48 w 166"/>
              <a:gd name="T17" fmla="*/ 126 h 200"/>
              <a:gd name="T18" fmla="*/ 73 w 166"/>
              <a:gd name="T19" fmla="*/ 126 h 200"/>
              <a:gd name="T20" fmla="*/ 73 w 166"/>
              <a:gd name="T21" fmla="*/ 94 h 200"/>
              <a:gd name="T22" fmla="*/ 94 w 166"/>
              <a:gd name="T23" fmla="*/ 94 h 200"/>
              <a:gd name="T24" fmla="*/ 94 w 166"/>
              <a:gd name="T25" fmla="*/ 126 h 200"/>
              <a:gd name="T26" fmla="*/ 118 w 166"/>
              <a:gd name="T27" fmla="*/ 126 h 200"/>
              <a:gd name="T28" fmla="*/ 118 w 166"/>
              <a:gd name="T29" fmla="*/ 92 h 200"/>
              <a:gd name="T30" fmla="*/ 89 w 166"/>
              <a:gd name="T31" fmla="*/ 67 h 200"/>
              <a:gd name="T32" fmla="*/ 83 w 166"/>
              <a:gd name="T33" fmla="*/ 66 h 200"/>
              <a:gd name="T34" fmla="*/ 78 w 166"/>
              <a:gd name="T35" fmla="*/ 67 h 200"/>
              <a:gd name="T36" fmla="*/ 48 w 166"/>
              <a:gd name="T37" fmla="*/ 92 h 200"/>
              <a:gd name="T38" fmla="*/ 65 w 166"/>
              <a:gd name="T39" fmla="*/ 38 h 200"/>
              <a:gd name="T40" fmla="*/ 51 w 166"/>
              <a:gd name="T41" fmla="*/ 38 h 200"/>
              <a:gd name="T42" fmla="*/ 51 w 166"/>
              <a:gd name="T43" fmla="*/ 62 h 200"/>
              <a:gd name="T44" fmla="*/ 35 w 166"/>
              <a:gd name="T45" fmla="*/ 75 h 200"/>
              <a:gd name="T46" fmla="*/ 35 w 166"/>
              <a:gd name="T47" fmla="*/ 79 h 200"/>
              <a:gd name="T48" fmla="*/ 40 w 166"/>
              <a:gd name="T49" fmla="*/ 85 h 200"/>
              <a:gd name="T50" fmla="*/ 44 w 166"/>
              <a:gd name="T51" fmla="*/ 85 h 200"/>
              <a:gd name="T52" fmla="*/ 83 w 166"/>
              <a:gd name="T53" fmla="*/ 54 h 200"/>
              <a:gd name="T54" fmla="*/ 122 w 166"/>
              <a:gd name="T55" fmla="*/ 85 h 200"/>
              <a:gd name="T56" fmla="*/ 126 w 166"/>
              <a:gd name="T57" fmla="*/ 85 h 200"/>
              <a:gd name="T58" fmla="*/ 131 w 166"/>
              <a:gd name="T59" fmla="*/ 79 h 200"/>
              <a:gd name="T60" fmla="*/ 131 w 166"/>
              <a:gd name="T61" fmla="*/ 75 h 200"/>
              <a:gd name="T62" fmla="*/ 85 w 166"/>
              <a:gd name="T63" fmla="*/ 38 h 200"/>
              <a:gd name="T64" fmla="*/ 83 w 166"/>
              <a:gd name="T65" fmla="*/ 37 h 200"/>
              <a:gd name="T66" fmla="*/ 81 w 166"/>
              <a:gd name="T67" fmla="*/ 38 h 200"/>
              <a:gd name="T68" fmla="*/ 65 w 166"/>
              <a:gd name="T69" fmla="*/ 51 h 200"/>
              <a:gd name="T70" fmla="*/ 65 w 166"/>
              <a:gd name="T71" fmla="*/ 3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6" h="200">
                <a:moveTo>
                  <a:pt x="83" y="0"/>
                </a:moveTo>
                <a:cubicBezTo>
                  <a:pt x="129" y="0"/>
                  <a:pt x="166" y="37"/>
                  <a:pt x="166" y="83"/>
                </a:cubicBezTo>
                <a:cubicBezTo>
                  <a:pt x="166" y="118"/>
                  <a:pt x="143" y="149"/>
                  <a:pt x="112" y="160"/>
                </a:cubicBezTo>
                <a:cubicBezTo>
                  <a:pt x="83" y="200"/>
                  <a:pt x="83" y="200"/>
                  <a:pt x="83" y="200"/>
                </a:cubicBezTo>
                <a:cubicBezTo>
                  <a:pt x="54" y="160"/>
                  <a:pt x="54" y="160"/>
                  <a:pt x="54" y="160"/>
                </a:cubicBezTo>
                <a:cubicBezTo>
                  <a:pt x="23" y="149"/>
                  <a:pt x="0" y="118"/>
                  <a:pt x="0" y="83"/>
                </a:cubicBezTo>
                <a:cubicBezTo>
                  <a:pt x="0" y="37"/>
                  <a:pt x="37" y="0"/>
                  <a:pt x="83" y="0"/>
                </a:cubicBezTo>
                <a:close/>
                <a:moveTo>
                  <a:pt x="48" y="92"/>
                </a:moveTo>
                <a:cubicBezTo>
                  <a:pt x="48" y="126"/>
                  <a:pt x="48" y="126"/>
                  <a:pt x="48" y="126"/>
                </a:cubicBezTo>
                <a:cubicBezTo>
                  <a:pt x="73" y="126"/>
                  <a:pt x="73" y="126"/>
                  <a:pt x="73" y="126"/>
                </a:cubicBezTo>
                <a:cubicBezTo>
                  <a:pt x="73" y="94"/>
                  <a:pt x="73" y="94"/>
                  <a:pt x="73" y="94"/>
                </a:cubicBezTo>
                <a:cubicBezTo>
                  <a:pt x="94" y="94"/>
                  <a:pt x="94" y="94"/>
                  <a:pt x="94" y="94"/>
                </a:cubicBezTo>
                <a:cubicBezTo>
                  <a:pt x="94" y="126"/>
                  <a:pt x="94" y="126"/>
                  <a:pt x="94" y="126"/>
                </a:cubicBezTo>
                <a:cubicBezTo>
                  <a:pt x="118" y="126"/>
                  <a:pt x="118" y="126"/>
                  <a:pt x="118" y="126"/>
                </a:cubicBezTo>
                <a:cubicBezTo>
                  <a:pt x="118" y="92"/>
                  <a:pt x="118" y="92"/>
                  <a:pt x="118" y="92"/>
                </a:cubicBezTo>
                <a:cubicBezTo>
                  <a:pt x="89" y="67"/>
                  <a:pt x="89" y="67"/>
                  <a:pt x="89" y="67"/>
                </a:cubicBezTo>
                <a:cubicBezTo>
                  <a:pt x="87" y="66"/>
                  <a:pt x="85" y="65"/>
                  <a:pt x="83" y="66"/>
                </a:cubicBezTo>
                <a:cubicBezTo>
                  <a:pt x="81" y="65"/>
                  <a:pt x="79" y="66"/>
                  <a:pt x="78" y="67"/>
                </a:cubicBezTo>
                <a:cubicBezTo>
                  <a:pt x="48" y="92"/>
                  <a:pt x="48" y="92"/>
                  <a:pt x="48" y="92"/>
                </a:cubicBezTo>
                <a:close/>
                <a:moveTo>
                  <a:pt x="65" y="38"/>
                </a:moveTo>
                <a:cubicBezTo>
                  <a:pt x="51" y="38"/>
                  <a:pt x="51" y="38"/>
                  <a:pt x="51" y="38"/>
                </a:cubicBezTo>
                <a:cubicBezTo>
                  <a:pt x="51" y="62"/>
                  <a:pt x="51" y="62"/>
                  <a:pt x="51" y="62"/>
                </a:cubicBezTo>
                <a:cubicBezTo>
                  <a:pt x="35" y="75"/>
                  <a:pt x="35" y="75"/>
                  <a:pt x="35" y="75"/>
                </a:cubicBezTo>
                <a:cubicBezTo>
                  <a:pt x="34" y="76"/>
                  <a:pt x="33" y="78"/>
                  <a:pt x="35" y="79"/>
                </a:cubicBezTo>
                <a:cubicBezTo>
                  <a:pt x="40" y="85"/>
                  <a:pt x="40" y="85"/>
                  <a:pt x="40" y="85"/>
                </a:cubicBezTo>
                <a:cubicBezTo>
                  <a:pt x="41" y="86"/>
                  <a:pt x="43" y="86"/>
                  <a:pt x="44" y="85"/>
                </a:cubicBezTo>
                <a:cubicBezTo>
                  <a:pt x="83" y="54"/>
                  <a:pt x="83" y="54"/>
                  <a:pt x="83" y="54"/>
                </a:cubicBezTo>
                <a:cubicBezTo>
                  <a:pt x="122" y="85"/>
                  <a:pt x="122" y="85"/>
                  <a:pt x="122" y="85"/>
                </a:cubicBezTo>
                <a:cubicBezTo>
                  <a:pt x="123" y="86"/>
                  <a:pt x="125" y="86"/>
                  <a:pt x="126" y="85"/>
                </a:cubicBezTo>
                <a:cubicBezTo>
                  <a:pt x="131" y="79"/>
                  <a:pt x="131" y="79"/>
                  <a:pt x="131" y="79"/>
                </a:cubicBezTo>
                <a:cubicBezTo>
                  <a:pt x="133" y="78"/>
                  <a:pt x="133" y="76"/>
                  <a:pt x="131" y="75"/>
                </a:cubicBezTo>
                <a:cubicBezTo>
                  <a:pt x="85" y="38"/>
                  <a:pt x="85" y="38"/>
                  <a:pt x="85" y="38"/>
                </a:cubicBezTo>
                <a:cubicBezTo>
                  <a:pt x="85" y="37"/>
                  <a:pt x="84" y="37"/>
                  <a:pt x="83" y="37"/>
                </a:cubicBezTo>
                <a:cubicBezTo>
                  <a:pt x="82" y="37"/>
                  <a:pt x="81" y="37"/>
                  <a:pt x="81" y="38"/>
                </a:cubicBezTo>
                <a:cubicBezTo>
                  <a:pt x="65" y="51"/>
                  <a:pt x="65" y="51"/>
                  <a:pt x="65" y="51"/>
                </a:cubicBezTo>
                <a:cubicBezTo>
                  <a:pt x="65" y="38"/>
                  <a:pt x="65" y="38"/>
                  <a:pt x="65" y="3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Tree>
    <p:extLst>
      <p:ext uri="{BB962C8B-B14F-4D97-AF65-F5344CB8AC3E}">
        <p14:creationId xmlns:p14="http://schemas.microsoft.com/office/powerpoint/2010/main" val="198981953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 calcmode="lin" valueType="num">
                                      <p:cBhvr additive="base">
                                        <p:cTn id="7" dur="500" fill="hold"/>
                                        <p:tgtEl>
                                          <p:spTgt spid="40"/>
                                        </p:tgtEl>
                                        <p:attrNameLst>
                                          <p:attrName>ppt_x</p:attrName>
                                        </p:attrNameLst>
                                      </p:cBhvr>
                                      <p:tavLst>
                                        <p:tav tm="0">
                                          <p:val>
                                            <p:strVal val="#ppt_x"/>
                                          </p:val>
                                        </p:tav>
                                        <p:tav tm="100000">
                                          <p:val>
                                            <p:strVal val="#ppt_x"/>
                                          </p:val>
                                        </p:tav>
                                      </p:tavLst>
                                    </p:anim>
                                    <p:anim calcmode="lin" valueType="num">
                                      <p:cBhvr additive="base">
                                        <p:cTn id="8" dur="500" fill="hold"/>
                                        <p:tgtEl>
                                          <p:spTgt spid="4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fill="hold"/>
                                        <p:tgtEl>
                                          <p:spTgt spid="41"/>
                                        </p:tgtEl>
                                        <p:attrNameLst>
                                          <p:attrName>ppt_x</p:attrName>
                                        </p:attrNameLst>
                                      </p:cBhvr>
                                      <p:tavLst>
                                        <p:tav tm="0">
                                          <p:val>
                                            <p:strVal val="#ppt_x"/>
                                          </p:val>
                                        </p:tav>
                                        <p:tav tm="100000">
                                          <p:val>
                                            <p:strVal val="#ppt_x"/>
                                          </p:val>
                                        </p:tav>
                                      </p:tavLst>
                                    </p:anim>
                                    <p:anim calcmode="lin" valueType="num">
                                      <p:cBhvr additive="base">
                                        <p:cTn id="12" dur="500" fill="hold"/>
                                        <p:tgtEl>
                                          <p:spTgt spid="4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2"/>
                                        </p:tgtEl>
                                        <p:attrNameLst>
                                          <p:attrName>style.visibility</p:attrName>
                                        </p:attrNameLst>
                                      </p:cBhvr>
                                      <p:to>
                                        <p:strVal val="visible"/>
                                      </p:to>
                                    </p:set>
                                    <p:anim calcmode="lin" valueType="num">
                                      <p:cBhvr additive="base">
                                        <p:cTn id="17" dur="500" fill="hold"/>
                                        <p:tgtEl>
                                          <p:spTgt spid="42"/>
                                        </p:tgtEl>
                                        <p:attrNameLst>
                                          <p:attrName>ppt_x</p:attrName>
                                        </p:attrNameLst>
                                      </p:cBhvr>
                                      <p:tavLst>
                                        <p:tav tm="0">
                                          <p:val>
                                            <p:strVal val="#ppt_x"/>
                                          </p:val>
                                        </p:tav>
                                        <p:tav tm="100000">
                                          <p:val>
                                            <p:strVal val="#ppt_x"/>
                                          </p:val>
                                        </p:tav>
                                      </p:tavLst>
                                    </p:anim>
                                    <p:anim calcmode="lin" valueType="num">
                                      <p:cBhvr additive="base">
                                        <p:cTn id="18" dur="500" fill="hold"/>
                                        <p:tgtEl>
                                          <p:spTgt spid="42"/>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3"/>
                                        </p:tgtEl>
                                        <p:attrNameLst>
                                          <p:attrName>style.visibility</p:attrName>
                                        </p:attrNameLst>
                                      </p:cBhvr>
                                      <p:to>
                                        <p:strVal val="visible"/>
                                      </p:to>
                                    </p:set>
                                    <p:anim calcmode="lin" valueType="num">
                                      <p:cBhvr additive="base">
                                        <p:cTn id="21" dur="500" fill="hold"/>
                                        <p:tgtEl>
                                          <p:spTgt spid="43"/>
                                        </p:tgtEl>
                                        <p:attrNameLst>
                                          <p:attrName>ppt_x</p:attrName>
                                        </p:attrNameLst>
                                      </p:cBhvr>
                                      <p:tavLst>
                                        <p:tav tm="0">
                                          <p:val>
                                            <p:strVal val="#ppt_x"/>
                                          </p:val>
                                        </p:tav>
                                        <p:tav tm="100000">
                                          <p:val>
                                            <p:strVal val="#ppt_x"/>
                                          </p:val>
                                        </p:tav>
                                      </p:tavLst>
                                    </p:anim>
                                    <p:anim calcmode="lin" valueType="num">
                                      <p:cBhvr additive="base">
                                        <p:cTn id="22" dur="500" fill="hold"/>
                                        <p:tgtEl>
                                          <p:spTgt spid="4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anim calcmode="lin" valueType="num">
                                      <p:cBhvr additive="base">
                                        <p:cTn id="25" dur="500" fill="hold"/>
                                        <p:tgtEl>
                                          <p:spTgt spid="44"/>
                                        </p:tgtEl>
                                        <p:attrNameLst>
                                          <p:attrName>ppt_x</p:attrName>
                                        </p:attrNameLst>
                                      </p:cBhvr>
                                      <p:tavLst>
                                        <p:tav tm="0">
                                          <p:val>
                                            <p:strVal val="#ppt_x"/>
                                          </p:val>
                                        </p:tav>
                                        <p:tav tm="100000">
                                          <p:val>
                                            <p:strVal val="#ppt_x"/>
                                          </p:val>
                                        </p:tav>
                                      </p:tavLst>
                                    </p:anim>
                                    <p:anim calcmode="lin" valueType="num">
                                      <p:cBhvr additive="base">
                                        <p:cTn id="26" dur="500" fill="hold"/>
                                        <p:tgtEl>
                                          <p:spTgt spid="44"/>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45"/>
                                        </p:tgtEl>
                                        <p:attrNameLst>
                                          <p:attrName>style.visibility</p:attrName>
                                        </p:attrNameLst>
                                      </p:cBhvr>
                                      <p:to>
                                        <p:strVal val="visible"/>
                                      </p:to>
                                    </p:set>
                                    <p:anim calcmode="lin" valueType="num">
                                      <p:cBhvr additive="base">
                                        <p:cTn id="29" dur="500" fill="hold"/>
                                        <p:tgtEl>
                                          <p:spTgt spid="45"/>
                                        </p:tgtEl>
                                        <p:attrNameLst>
                                          <p:attrName>ppt_x</p:attrName>
                                        </p:attrNameLst>
                                      </p:cBhvr>
                                      <p:tavLst>
                                        <p:tav tm="0">
                                          <p:val>
                                            <p:strVal val="#ppt_x"/>
                                          </p:val>
                                        </p:tav>
                                        <p:tav tm="100000">
                                          <p:val>
                                            <p:strVal val="#ppt_x"/>
                                          </p:val>
                                        </p:tav>
                                      </p:tavLst>
                                    </p:anim>
                                    <p:anim calcmode="lin" valueType="num">
                                      <p:cBhvr additive="base">
                                        <p:cTn id="30" dur="500" fill="hold"/>
                                        <p:tgtEl>
                                          <p:spTgt spid="45"/>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6"/>
                                        </p:tgtEl>
                                        <p:attrNameLst>
                                          <p:attrName>style.visibility</p:attrName>
                                        </p:attrNameLst>
                                      </p:cBhvr>
                                      <p:to>
                                        <p:strVal val="visible"/>
                                      </p:to>
                                    </p:set>
                                    <p:anim calcmode="lin" valueType="num">
                                      <p:cBhvr additive="base">
                                        <p:cTn id="33" dur="500" fill="hold"/>
                                        <p:tgtEl>
                                          <p:spTgt spid="46"/>
                                        </p:tgtEl>
                                        <p:attrNameLst>
                                          <p:attrName>ppt_x</p:attrName>
                                        </p:attrNameLst>
                                      </p:cBhvr>
                                      <p:tavLst>
                                        <p:tav tm="0">
                                          <p:val>
                                            <p:strVal val="#ppt_x"/>
                                          </p:val>
                                        </p:tav>
                                        <p:tav tm="100000">
                                          <p:val>
                                            <p:strVal val="#ppt_x"/>
                                          </p:val>
                                        </p:tav>
                                      </p:tavLst>
                                    </p:anim>
                                    <p:anim calcmode="lin" valueType="num">
                                      <p:cBhvr additive="base">
                                        <p:cTn id="34" dur="500" fill="hold"/>
                                        <p:tgtEl>
                                          <p:spTgt spid="46"/>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7"/>
                                        </p:tgtEl>
                                        <p:attrNameLst>
                                          <p:attrName>style.visibility</p:attrName>
                                        </p:attrNameLst>
                                      </p:cBhvr>
                                      <p:to>
                                        <p:strVal val="visible"/>
                                      </p:to>
                                    </p:set>
                                    <p:anim calcmode="lin" valueType="num">
                                      <p:cBhvr additive="base">
                                        <p:cTn id="37" dur="500" fill="hold"/>
                                        <p:tgtEl>
                                          <p:spTgt spid="47"/>
                                        </p:tgtEl>
                                        <p:attrNameLst>
                                          <p:attrName>ppt_x</p:attrName>
                                        </p:attrNameLst>
                                      </p:cBhvr>
                                      <p:tavLst>
                                        <p:tav tm="0">
                                          <p:val>
                                            <p:strVal val="#ppt_x"/>
                                          </p:val>
                                        </p:tav>
                                        <p:tav tm="100000">
                                          <p:val>
                                            <p:strVal val="#ppt_x"/>
                                          </p:val>
                                        </p:tav>
                                      </p:tavLst>
                                    </p:anim>
                                    <p:anim calcmode="lin" valueType="num">
                                      <p:cBhvr additive="base">
                                        <p:cTn id="38" dur="500" fill="hold"/>
                                        <p:tgtEl>
                                          <p:spTgt spid="47"/>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48"/>
                                        </p:tgtEl>
                                        <p:attrNameLst>
                                          <p:attrName>style.visibility</p:attrName>
                                        </p:attrNameLst>
                                      </p:cBhvr>
                                      <p:to>
                                        <p:strVal val="visible"/>
                                      </p:to>
                                    </p:set>
                                    <p:anim calcmode="lin" valueType="num">
                                      <p:cBhvr additive="base">
                                        <p:cTn id="41" dur="500" fill="hold"/>
                                        <p:tgtEl>
                                          <p:spTgt spid="48"/>
                                        </p:tgtEl>
                                        <p:attrNameLst>
                                          <p:attrName>ppt_x</p:attrName>
                                        </p:attrNameLst>
                                      </p:cBhvr>
                                      <p:tavLst>
                                        <p:tav tm="0">
                                          <p:val>
                                            <p:strVal val="#ppt_x"/>
                                          </p:val>
                                        </p:tav>
                                        <p:tav tm="100000">
                                          <p:val>
                                            <p:strVal val="#ppt_x"/>
                                          </p:val>
                                        </p:tav>
                                      </p:tavLst>
                                    </p:anim>
                                    <p:anim calcmode="lin" valueType="num">
                                      <p:cBhvr additive="base">
                                        <p:cTn id="42" dur="500" fill="hold"/>
                                        <p:tgtEl>
                                          <p:spTgt spid="48"/>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49"/>
                                        </p:tgtEl>
                                        <p:attrNameLst>
                                          <p:attrName>style.visibility</p:attrName>
                                        </p:attrNameLst>
                                      </p:cBhvr>
                                      <p:to>
                                        <p:strVal val="visible"/>
                                      </p:to>
                                    </p:set>
                                    <p:anim calcmode="lin" valueType="num">
                                      <p:cBhvr additive="base">
                                        <p:cTn id="45" dur="500" fill="hold"/>
                                        <p:tgtEl>
                                          <p:spTgt spid="49"/>
                                        </p:tgtEl>
                                        <p:attrNameLst>
                                          <p:attrName>ppt_x</p:attrName>
                                        </p:attrNameLst>
                                      </p:cBhvr>
                                      <p:tavLst>
                                        <p:tav tm="0">
                                          <p:val>
                                            <p:strVal val="#ppt_x"/>
                                          </p:val>
                                        </p:tav>
                                        <p:tav tm="100000">
                                          <p:val>
                                            <p:strVal val="#ppt_x"/>
                                          </p:val>
                                        </p:tav>
                                      </p:tavLst>
                                    </p:anim>
                                    <p:anim calcmode="lin" valueType="num">
                                      <p:cBhvr additive="base">
                                        <p:cTn id="46" dur="500" fill="hold"/>
                                        <p:tgtEl>
                                          <p:spTgt spid="49"/>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50"/>
                                        </p:tgtEl>
                                        <p:attrNameLst>
                                          <p:attrName>style.visibility</p:attrName>
                                        </p:attrNameLst>
                                      </p:cBhvr>
                                      <p:to>
                                        <p:strVal val="visible"/>
                                      </p:to>
                                    </p:set>
                                    <p:anim calcmode="lin" valueType="num">
                                      <p:cBhvr additive="base">
                                        <p:cTn id="49" dur="500" fill="hold"/>
                                        <p:tgtEl>
                                          <p:spTgt spid="50"/>
                                        </p:tgtEl>
                                        <p:attrNameLst>
                                          <p:attrName>ppt_x</p:attrName>
                                        </p:attrNameLst>
                                      </p:cBhvr>
                                      <p:tavLst>
                                        <p:tav tm="0">
                                          <p:val>
                                            <p:strVal val="#ppt_x"/>
                                          </p:val>
                                        </p:tav>
                                        <p:tav tm="100000">
                                          <p:val>
                                            <p:strVal val="#ppt_x"/>
                                          </p:val>
                                        </p:tav>
                                      </p:tavLst>
                                    </p:anim>
                                    <p:anim calcmode="lin" valueType="num">
                                      <p:cBhvr additive="base">
                                        <p:cTn id="50" dur="500" fill="hold"/>
                                        <p:tgtEl>
                                          <p:spTgt spid="50"/>
                                        </p:tgtEl>
                                        <p:attrNameLst>
                                          <p:attrName>ppt_y</p:attrName>
                                        </p:attrNameLst>
                                      </p:cBhvr>
                                      <p:tavLst>
                                        <p:tav tm="0">
                                          <p:val>
                                            <p:strVal val="1+#ppt_h/2"/>
                                          </p:val>
                                        </p:tav>
                                        <p:tav tm="100000">
                                          <p:val>
                                            <p:strVal val="#ppt_y"/>
                                          </p:val>
                                        </p:tav>
                                      </p:tavLst>
                                    </p:anim>
                                  </p:childTnLst>
                                </p:cTn>
                              </p:par>
                              <p:par>
                                <p:cTn id="51" presetID="2" presetClass="entr" presetSubtype="4" fill="hold" nodeType="withEffect">
                                  <p:stCondLst>
                                    <p:cond delay="0"/>
                                  </p:stCondLst>
                                  <p:childTnLst>
                                    <p:set>
                                      <p:cBhvr>
                                        <p:cTn id="52" dur="1" fill="hold">
                                          <p:stCondLst>
                                            <p:cond delay="0"/>
                                          </p:stCondLst>
                                        </p:cTn>
                                        <p:tgtEl>
                                          <p:spTgt spid="51"/>
                                        </p:tgtEl>
                                        <p:attrNameLst>
                                          <p:attrName>style.visibility</p:attrName>
                                        </p:attrNameLst>
                                      </p:cBhvr>
                                      <p:to>
                                        <p:strVal val="visible"/>
                                      </p:to>
                                    </p:set>
                                    <p:anim calcmode="lin" valueType="num">
                                      <p:cBhvr additive="base">
                                        <p:cTn id="53" dur="500" fill="hold"/>
                                        <p:tgtEl>
                                          <p:spTgt spid="51"/>
                                        </p:tgtEl>
                                        <p:attrNameLst>
                                          <p:attrName>ppt_x</p:attrName>
                                        </p:attrNameLst>
                                      </p:cBhvr>
                                      <p:tavLst>
                                        <p:tav tm="0">
                                          <p:val>
                                            <p:strVal val="#ppt_x"/>
                                          </p:val>
                                        </p:tav>
                                        <p:tav tm="100000">
                                          <p:val>
                                            <p:strVal val="#ppt_x"/>
                                          </p:val>
                                        </p:tav>
                                      </p:tavLst>
                                    </p:anim>
                                    <p:anim calcmode="lin" valueType="num">
                                      <p:cBhvr additive="base">
                                        <p:cTn id="54" dur="500" fill="hold"/>
                                        <p:tgtEl>
                                          <p:spTgt spid="51"/>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anim calcmode="lin" valueType="num">
                                      <p:cBhvr additive="base">
                                        <p:cTn id="57" dur="500" fill="hold"/>
                                        <p:tgtEl>
                                          <p:spTgt spid="52"/>
                                        </p:tgtEl>
                                        <p:attrNameLst>
                                          <p:attrName>ppt_x</p:attrName>
                                        </p:attrNameLst>
                                      </p:cBhvr>
                                      <p:tavLst>
                                        <p:tav tm="0">
                                          <p:val>
                                            <p:strVal val="#ppt_x"/>
                                          </p:val>
                                        </p:tav>
                                        <p:tav tm="100000">
                                          <p:val>
                                            <p:strVal val="#ppt_x"/>
                                          </p:val>
                                        </p:tav>
                                      </p:tavLst>
                                    </p:anim>
                                    <p:anim calcmode="lin" valueType="num">
                                      <p:cBhvr additive="base">
                                        <p:cTn id="58" dur="500" fill="hold"/>
                                        <p:tgtEl>
                                          <p:spTgt spid="52"/>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53"/>
                                        </p:tgtEl>
                                        <p:attrNameLst>
                                          <p:attrName>style.visibility</p:attrName>
                                        </p:attrNameLst>
                                      </p:cBhvr>
                                      <p:to>
                                        <p:strVal val="visible"/>
                                      </p:to>
                                    </p:set>
                                    <p:anim calcmode="lin" valueType="num">
                                      <p:cBhvr additive="base">
                                        <p:cTn id="61" dur="500" fill="hold"/>
                                        <p:tgtEl>
                                          <p:spTgt spid="53"/>
                                        </p:tgtEl>
                                        <p:attrNameLst>
                                          <p:attrName>ppt_x</p:attrName>
                                        </p:attrNameLst>
                                      </p:cBhvr>
                                      <p:tavLst>
                                        <p:tav tm="0">
                                          <p:val>
                                            <p:strVal val="#ppt_x"/>
                                          </p:val>
                                        </p:tav>
                                        <p:tav tm="100000">
                                          <p:val>
                                            <p:strVal val="#ppt_x"/>
                                          </p:val>
                                        </p:tav>
                                      </p:tavLst>
                                    </p:anim>
                                    <p:anim calcmode="lin" valueType="num">
                                      <p:cBhvr additive="base">
                                        <p:cTn id="62"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p:bldP spid="43" grpId="0"/>
      <p:bldP spid="44" grpId="0"/>
      <p:bldP spid="46" grpId="0"/>
      <p:bldP spid="47" grpId="0"/>
      <p:bldP spid="49" grpId="0"/>
      <p:bldP spid="50" grpId="0"/>
      <p:bldP spid="52" grpId="0"/>
      <p:bldP spid="5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09D20-C644-E5C6-28CC-8FE680CCBEE0}"/>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B98E596B-51FE-E608-8D0A-480672F20CB2}"/>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项目工作复盘</a:t>
            </a:r>
          </a:p>
        </p:txBody>
      </p:sp>
      <p:sp>
        <p:nvSpPr>
          <p:cNvPr id="3" name="Freeform 6_1">
            <a:extLst>
              <a:ext uri="{FF2B5EF4-FFF2-40B4-BE49-F238E27FC236}">
                <a16:creationId xmlns:a16="http://schemas.microsoft.com/office/drawing/2014/main" id="{11D0C0B9-4E6E-BB86-0D91-FA035437FB2A}"/>
              </a:ext>
            </a:extLst>
          </p:cNvPr>
          <p:cNvSpPr/>
          <p:nvPr/>
        </p:nvSpPr>
        <p:spPr>
          <a:xfrm flipH="1">
            <a:off x="6278914" y="1295860"/>
            <a:ext cx="2604186" cy="5058648"/>
          </a:xfrm>
          <a:custGeom>
            <a:avLst/>
            <a:gdLst>
              <a:gd name="connsiteX0" fmla="*/ 0 w 693420"/>
              <a:gd name="connsiteY0" fmla="*/ 0 h 1165860"/>
              <a:gd name="connsiteX1" fmla="*/ 0 w 693420"/>
              <a:gd name="connsiteY1" fmla="*/ 0 h 1165860"/>
              <a:gd name="connsiteX2" fmla="*/ 693420 w 693420"/>
              <a:gd name="connsiteY2" fmla="*/ 487680 h 1165860"/>
              <a:gd name="connsiteX3" fmla="*/ 693420 w 693420"/>
              <a:gd name="connsiteY3" fmla="*/ 693420 h 1165860"/>
              <a:gd name="connsiteX4" fmla="*/ 30480 w 693420"/>
              <a:gd name="connsiteY4" fmla="*/ 1165860 h 1165860"/>
              <a:gd name="connsiteX5" fmla="*/ 0 w 693420"/>
              <a:gd name="connsiteY5" fmla="*/ 0 h 116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3420" h="1165860">
                <a:moveTo>
                  <a:pt x="0" y="0"/>
                </a:moveTo>
                <a:lnTo>
                  <a:pt x="0" y="0"/>
                </a:lnTo>
                <a:lnTo>
                  <a:pt x="693420" y="487680"/>
                </a:lnTo>
                <a:lnTo>
                  <a:pt x="693420" y="693420"/>
                </a:lnTo>
                <a:lnTo>
                  <a:pt x="30480" y="1165860"/>
                </a:lnTo>
                <a:lnTo>
                  <a:pt x="0" y="0"/>
                </a:lnTo>
                <a:close/>
              </a:path>
            </a:pathLst>
          </a:custGeom>
          <a:gradFill flip="none" rotWithShape="1">
            <a:gsLst>
              <a:gs pos="25000">
                <a:schemeClr val="bg1">
                  <a:lumMod val="95000"/>
                </a:schemeClr>
              </a:gs>
              <a:gs pos="100000">
                <a:schemeClr val="bg1"/>
              </a:gs>
            </a:gsLst>
            <a:lin ang="10800000" scaled="1"/>
            <a:tileRect/>
          </a:gra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1"/>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4" name="任意多边形: 形状 18">
            <a:extLst>
              <a:ext uri="{FF2B5EF4-FFF2-40B4-BE49-F238E27FC236}">
                <a16:creationId xmlns:a16="http://schemas.microsoft.com/office/drawing/2014/main" id="{238C0F35-3B03-4082-930F-85023B293D8A}"/>
              </a:ext>
            </a:extLst>
          </p:cNvPr>
          <p:cNvSpPr/>
          <p:nvPr/>
        </p:nvSpPr>
        <p:spPr>
          <a:xfrm>
            <a:off x="3400703" y="1295860"/>
            <a:ext cx="2604188" cy="5058648"/>
          </a:xfrm>
          <a:custGeom>
            <a:avLst/>
            <a:gdLst>
              <a:gd name="connsiteX0" fmla="*/ 0 w 693420"/>
              <a:gd name="connsiteY0" fmla="*/ 0 h 1165860"/>
              <a:gd name="connsiteX1" fmla="*/ 0 w 693420"/>
              <a:gd name="connsiteY1" fmla="*/ 0 h 1165860"/>
              <a:gd name="connsiteX2" fmla="*/ 693420 w 693420"/>
              <a:gd name="connsiteY2" fmla="*/ 487680 h 1165860"/>
              <a:gd name="connsiteX3" fmla="*/ 693420 w 693420"/>
              <a:gd name="connsiteY3" fmla="*/ 693420 h 1165860"/>
              <a:gd name="connsiteX4" fmla="*/ 30480 w 693420"/>
              <a:gd name="connsiteY4" fmla="*/ 1165860 h 1165860"/>
              <a:gd name="connsiteX5" fmla="*/ 0 w 693420"/>
              <a:gd name="connsiteY5" fmla="*/ 0 h 1165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3420" h="1165860">
                <a:moveTo>
                  <a:pt x="0" y="0"/>
                </a:moveTo>
                <a:lnTo>
                  <a:pt x="0" y="0"/>
                </a:lnTo>
                <a:lnTo>
                  <a:pt x="693420" y="487680"/>
                </a:lnTo>
                <a:lnTo>
                  <a:pt x="693420" y="693420"/>
                </a:lnTo>
                <a:lnTo>
                  <a:pt x="30480" y="1165860"/>
                </a:lnTo>
                <a:lnTo>
                  <a:pt x="0" y="0"/>
                </a:lnTo>
                <a:close/>
              </a:path>
            </a:pathLst>
          </a:custGeom>
          <a:gradFill flip="none" rotWithShape="1">
            <a:gsLst>
              <a:gs pos="25000">
                <a:schemeClr val="bg1">
                  <a:lumMod val="95000"/>
                </a:schemeClr>
              </a:gs>
              <a:gs pos="100000">
                <a:schemeClr val="bg1"/>
              </a:gs>
            </a:gsLst>
            <a:lin ang="10800000" scaled="1"/>
            <a:tileRect/>
          </a:grad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1"/>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5" name="矩形: 圆角 33">
            <a:extLst>
              <a:ext uri="{FF2B5EF4-FFF2-40B4-BE49-F238E27FC236}">
                <a16:creationId xmlns:a16="http://schemas.microsoft.com/office/drawing/2014/main" id="{68D1BF0E-0C82-D3CA-1B1F-4F8A705F7A08}"/>
              </a:ext>
            </a:extLst>
          </p:cNvPr>
          <p:cNvSpPr/>
          <p:nvPr/>
        </p:nvSpPr>
        <p:spPr>
          <a:xfrm>
            <a:off x="947786" y="1757610"/>
            <a:ext cx="3273992" cy="1656718"/>
          </a:xfrm>
          <a:prstGeom prst="roundRect">
            <a:avLst/>
          </a:prstGeom>
          <a:solidFill>
            <a:srgbClr val="FFFFFF"/>
          </a:solidFill>
          <a:ln w="9525">
            <a:solidFill>
              <a:schemeClr val="bg1">
                <a:lumMod val="75000"/>
              </a:schemeClr>
            </a:solidFill>
          </a:ln>
          <a:effectLst>
            <a:outerShdw dist="152400" dir="5400000" algn="ctr" rotWithShape="0">
              <a:schemeClr val="bg1">
                <a:lumMod val="8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solidFill>
                <a:schemeClr val="accent1"/>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6" name="Number1">
            <a:extLst>
              <a:ext uri="{FF2B5EF4-FFF2-40B4-BE49-F238E27FC236}">
                <a16:creationId xmlns:a16="http://schemas.microsoft.com/office/drawing/2014/main" id="{9B3B5F7F-36DF-FCAD-4621-2E3EF8E4512E}"/>
              </a:ext>
            </a:extLst>
          </p:cNvPr>
          <p:cNvSpPr/>
          <p:nvPr/>
        </p:nvSpPr>
        <p:spPr>
          <a:xfrm>
            <a:off x="1105606" y="1845302"/>
            <a:ext cx="848912" cy="550788"/>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lnSpcReduction="10000"/>
          </a:bodyPr>
          <a:lstStyle/>
          <a:p>
            <a:r>
              <a:rPr lang="en-US" altLang="zh-CN" sz="3200"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rPr>
              <a:t>01</a:t>
            </a:r>
            <a:endParaRPr lang="zh-CN" altLang="en-US" sz="3200"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7" name="矩形: 圆角 33">
            <a:extLst>
              <a:ext uri="{FF2B5EF4-FFF2-40B4-BE49-F238E27FC236}">
                <a16:creationId xmlns:a16="http://schemas.microsoft.com/office/drawing/2014/main" id="{FBDD2C9F-628D-002F-2A84-B69209D23533}"/>
              </a:ext>
            </a:extLst>
          </p:cNvPr>
          <p:cNvSpPr/>
          <p:nvPr/>
        </p:nvSpPr>
        <p:spPr>
          <a:xfrm>
            <a:off x="947786" y="3935936"/>
            <a:ext cx="3273992" cy="1656718"/>
          </a:xfrm>
          <a:prstGeom prst="roundRect">
            <a:avLst/>
          </a:prstGeom>
          <a:solidFill>
            <a:srgbClr val="FFFFFF"/>
          </a:solidFill>
          <a:ln w="9525">
            <a:solidFill>
              <a:schemeClr val="bg1">
                <a:lumMod val="75000"/>
              </a:schemeClr>
            </a:solidFill>
          </a:ln>
          <a:effectLst>
            <a:outerShdw dist="152400" dir="5400000" algn="ctr" rotWithShape="0">
              <a:schemeClr val="bg1">
                <a:lumMod val="8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solidFill>
                <a:schemeClr val="accent1"/>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8" name="Number2">
            <a:extLst>
              <a:ext uri="{FF2B5EF4-FFF2-40B4-BE49-F238E27FC236}">
                <a16:creationId xmlns:a16="http://schemas.microsoft.com/office/drawing/2014/main" id="{922B77A4-96F1-68FD-63F4-DB7DC78D0824}"/>
              </a:ext>
            </a:extLst>
          </p:cNvPr>
          <p:cNvSpPr/>
          <p:nvPr/>
        </p:nvSpPr>
        <p:spPr>
          <a:xfrm>
            <a:off x="1105606" y="4023628"/>
            <a:ext cx="848912" cy="550788"/>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lnSpcReduction="10000"/>
          </a:bodyPr>
          <a:lstStyle/>
          <a:p>
            <a:r>
              <a:rPr lang="en-US" altLang="zh-CN" sz="3200"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rPr>
              <a:t>02</a:t>
            </a:r>
            <a:endParaRPr lang="zh-CN" altLang="en-US" sz="3200"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9" name="矩形: 圆角 33">
            <a:extLst>
              <a:ext uri="{FF2B5EF4-FFF2-40B4-BE49-F238E27FC236}">
                <a16:creationId xmlns:a16="http://schemas.microsoft.com/office/drawing/2014/main" id="{3A8B19BE-F2EA-08DF-1F08-F55FF550B061}"/>
              </a:ext>
            </a:extLst>
          </p:cNvPr>
          <p:cNvSpPr/>
          <p:nvPr/>
        </p:nvSpPr>
        <p:spPr>
          <a:xfrm>
            <a:off x="8048963" y="1757610"/>
            <a:ext cx="3273992" cy="1656718"/>
          </a:xfrm>
          <a:prstGeom prst="roundRect">
            <a:avLst/>
          </a:prstGeom>
          <a:solidFill>
            <a:srgbClr val="FFFFFF"/>
          </a:solidFill>
          <a:ln w="9525">
            <a:solidFill>
              <a:schemeClr val="bg1">
                <a:lumMod val="75000"/>
              </a:schemeClr>
            </a:solidFill>
          </a:ln>
          <a:effectLst>
            <a:outerShdw dist="152400" dir="5400000" algn="ctr" rotWithShape="0">
              <a:schemeClr val="bg1">
                <a:lumMod val="8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solidFill>
                <a:schemeClr val="accent1"/>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10" name="Number3">
            <a:extLst>
              <a:ext uri="{FF2B5EF4-FFF2-40B4-BE49-F238E27FC236}">
                <a16:creationId xmlns:a16="http://schemas.microsoft.com/office/drawing/2014/main" id="{12BBA4BD-C661-5EE1-E332-91933FFD7A33}"/>
              </a:ext>
            </a:extLst>
          </p:cNvPr>
          <p:cNvSpPr/>
          <p:nvPr/>
        </p:nvSpPr>
        <p:spPr>
          <a:xfrm>
            <a:off x="8206783" y="1845302"/>
            <a:ext cx="848912" cy="550788"/>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lnSpcReduction="10000"/>
          </a:bodyPr>
          <a:lstStyle/>
          <a:p>
            <a:r>
              <a:rPr lang="en-US" altLang="zh-CN" sz="3200"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rPr>
              <a:t>03</a:t>
            </a:r>
            <a:endParaRPr lang="zh-CN" altLang="en-US" sz="3200"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11" name="矩形: 圆角 24">
            <a:extLst>
              <a:ext uri="{FF2B5EF4-FFF2-40B4-BE49-F238E27FC236}">
                <a16:creationId xmlns:a16="http://schemas.microsoft.com/office/drawing/2014/main" id="{7B86516D-8201-B8E3-3345-5B7FCE0AA946}"/>
              </a:ext>
            </a:extLst>
          </p:cNvPr>
          <p:cNvSpPr/>
          <p:nvPr/>
        </p:nvSpPr>
        <p:spPr>
          <a:xfrm>
            <a:off x="8048963" y="3935936"/>
            <a:ext cx="3273992" cy="1656718"/>
          </a:xfrm>
          <a:prstGeom prst="roundRect">
            <a:avLst/>
          </a:prstGeom>
          <a:solidFill>
            <a:srgbClr val="FFFFFF"/>
          </a:solidFill>
          <a:ln w="9525">
            <a:solidFill>
              <a:schemeClr val="bg1">
                <a:lumMod val="75000"/>
              </a:schemeClr>
            </a:solidFill>
          </a:ln>
          <a:effectLst>
            <a:outerShdw dist="152400" dir="5400000" algn="ctr" rotWithShape="0">
              <a:schemeClr val="bg1">
                <a:lumMod val="8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endParaRPr lang="zh-CN" altLang="en-US">
              <a:solidFill>
                <a:schemeClr val="accent1"/>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12" name="Number4">
            <a:extLst>
              <a:ext uri="{FF2B5EF4-FFF2-40B4-BE49-F238E27FC236}">
                <a16:creationId xmlns:a16="http://schemas.microsoft.com/office/drawing/2014/main" id="{5E5FE8EF-0832-A95F-6FAE-6EC986147D34}"/>
              </a:ext>
            </a:extLst>
          </p:cNvPr>
          <p:cNvSpPr/>
          <p:nvPr/>
        </p:nvSpPr>
        <p:spPr>
          <a:xfrm>
            <a:off x="8206783" y="4023628"/>
            <a:ext cx="848912" cy="550788"/>
          </a:xfrm>
          <a:prstGeom prst="rect">
            <a:avLst/>
          </a:prstGeom>
          <a:noFill/>
          <a:ln w="12700">
            <a:noFill/>
          </a:ln>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lnSpcReduction="10000"/>
          </a:bodyPr>
          <a:lstStyle/>
          <a:p>
            <a:r>
              <a:rPr lang="en-US" altLang="zh-CN" sz="3200"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rPr>
              <a:t>04</a:t>
            </a:r>
            <a:endParaRPr lang="zh-CN" altLang="en-US" sz="3200"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13" name="任意多边形: 形状 4">
            <a:extLst>
              <a:ext uri="{FF2B5EF4-FFF2-40B4-BE49-F238E27FC236}">
                <a16:creationId xmlns:a16="http://schemas.microsoft.com/office/drawing/2014/main" id="{F1707F30-61FB-91E2-FFBC-38B6ABE35007}"/>
              </a:ext>
            </a:extLst>
          </p:cNvPr>
          <p:cNvSpPr/>
          <p:nvPr/>
        </p:nvSpPr>
        <p:spPr>
          <a:xfrm>
            <a:off x="5255031" y="2365255"/>
            <a:ext cx="1530443" cy="1529601"/>
          </a:xfrm>
          <a:custGeom>
            <a:avLst/>
            <a:gdLst>
              <a:gd name="connsiteX0" fmla="*/ 0 w 1254598"/>
              <a:gd name="connsiteY0" fmla="*/ 627299 h 1254598"/>
              <a:gd name="connsiteX1" fmla="*/ 627299 w 1254598"/>
              <a:gd name="connsiteY1" fmla="*/ 0 h 1254598"/>
              <a:gd name="connsiteX2" fmla="*/ 1254598 w 1254598"/>
              <a:gd name="connsiteY2" fmla="*/ 627299 h 1254598"/>
              <a:gd name="connsiteX3" fmla="*/ 627299 w 1254598"/>
              <a:gd name="connsiteY3" fmla="*/ 1254598 h 1254598"/>
              <a:gd name="connsiteX4" fmla="*/ 0 w 1254598"/>
              <a:gd name="connsiteY4" fmla="*/ 627299 h 1254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598" h="1254598">
                <a:moveTo>
                  <a:pt x="0" y="627299"/>
                </a:moveTo>
                <a:cubicBezTo>
                  <a:pt x="0" y="280851"/>
                  <a:pt x="280851" y="0"/>
                  <a:pt x="627299" y="0"/>
                </a:cubicBezTo>
                <a:cubicBezTo>
                  <a:pt x="973747" y="0"/>
                  <a:pt x="1254598" y="280851"/>
                  <a:pt x="1254598" y="627299"/>
                </a:cubicBezTo>
                <a:cubicBezTo>
                  <a:pt x="1254598" y="973747"/>
                  <a:pt x="973747" y="1254598"/>
                  <a:pt x="627299" y="1254598"/>
                </a:cubicBezTo>
                <a:cubicBezTo>
                  <a:pt x="280851" y="1254598"/>
                  <a:pt x="0" y="973747"/>
                  <a:pt x="0" y="627299"/>
                </a:cubicBezTo>
                <a:close/>
              </a:path>
            </a:pathLst>
          </a:custGeom>
          <a:gradFill>
            <a:gsLst>
              <a:gs pos="0">
                <a:srgbClr val="0070C0"/>
              </a:gs>
              <a:gs pos="100000">
                <a:schemeClr val="accent5">
                  <a:lumMod val="75000"/>
                </a:schemeClr>
              </a:gs>
            </a:gsLst>
            <a:lin ang="18900000" scaled="1"/>
          </a:gradFill>
          <a:ln w="12700">
            <a:solidFill>
              <a:schemeClr val="bg1"/>
            </a:solidFill>
          </a:ln>
          <a:effectLst>
            <a:outerShdw blurRad="127000" dist="63500" dir="2700000" algn="tl" rotWithShape="0">
              <a:schemeClr val="accent1">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lnSpc>
                <a:spcPct val="120000"/>
              </a:lnSpc>
            </a:pPr>
            <a:r>
              <a:rPr lang="en-US" altLang="zh-CN" sz="2800" dirty="0">
                <a:solidFill>
                  <a:schemeClr val="bg1"/>
                </a:solidFill>
                <a:latin typeface="+mj-ea"/>
                <a:ea typeface="+mj-ea"/>
                <a:cs typeface="阿里巴巴普惠体 Medium" panose="00020600040101010101" pitchFamily="18" charset="-122"/>
                <a:sym typeface="阿里巴巴普惠体 Medium" panose="00020600040101010101" pitchFamily="18" charset="-122"/>
              </a:rPr>
              <a:t>60</a:t>
            </a:r>
            <a:r>
              <a:rPr lang="en-US" altLang="zh-CN" sz="2000" dirty="0">
                <a:solidFill>
                  <a:schemeClr val="bg1"/>
                </a:solidFill>
                <a:latin typeface="+mj-ea"/>
                <a:ea typeface="+mj-ea"/>
                <a:cs typeface="阿里巴巴普惠体 Medium" panose="00020600040101010101" pitchFamily="18" charset="-122"/>
                <a:sym typeface="阿里巴巴普惠体 Medium" panose="00020600040101010101" pitchFamily="18" charset="-122"/>
              </a:rPr>
              <a:t>%</a:t>
            </a:r>
            <a:endParaRPr lang="zh-CN" altLang="en-US" sz="2800" dirty="0">
              <a:solidFill>
                <a:schemeClr val="bg1"/>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14" name="任意多边形: 形状 5">
            <a:extLst>
              <a:ext uri="{FF2B5EF4-FFF2-40B4-BE49-F238E27FC236}">
                <a16:creationId xmlns:a16="http://schemas.microsoft.com/office/drawing/2014/main" id="{A57D8F9B-FF24-6D9B-46F7-A0A9C6325069}"/>
              </a:ext>
            </a:extLst>
          </p:cNvPr>
          <p:cNvSpPr/>
          <p:nvPr/>
        </p:nvSpPr>
        <p:spPr>
          <a:xfrm>
            <a:off x="6016252" y="3411466"/>
            <a:ext cx="1530443" cy="1529601"/>
          </a:xfrm>
          <a:custGeom>
            <a:avLst/>
            <a:gdLst>
              <a:gd name="connsiteX0" fmla="*/ 0 w 1254598"/>
              <a:gd name="connsiteY0" fmla="*/ 627299 h 1254598"/>
              <a:gd name="connsiteX1" fmla="*/ 627299 w 1254598"/>
              <a:gd name="connsiteY1" fmla="*/ 0 h 1254598"/>
              <a:gd name="connsiteX2" fmla="*/ 1254598 w 1254598"/>
              <a:gd name="connsiteY2" fmla="*/ 627299 h 1254598"/>
              <a:gd name="connsiteX3" fmla="*/ 627299 w 1254598"/>
              <a:gd name="connsiteY3" fmla="*/ 1254598 h 1254598"/>
              <a:gd name="connsiteX4" fmla="*/ 0 w 1254598"/>
              <a:gd name="connsiteY4" fmla="*/ 627299 h 1254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598" h="1254598">
                <a:moveTo>
                  <a:pt x="0" y="627299"/>
                </a:moveTo>
                <a:cubicBezTo>
                  <a:pt x="0" y="280851"/>
                  <a:pt x="280851" y="0"/>
                  <a:pt x="627299" y="0"/>
                </a:cubicBezTo>
                <a:cubicBezTo>
                  <a:pt x="973747" y="0"/>
                  <a:pt x="1254598" y="280851"/>
                  <a:pt x="1254598" y="627299"/>
                </a:cubicBezTo>
                <a:cubicBezTo>
                  <a:pt x="1254598" y="973747"/>
                  <a:pt x="973747" y="1254598"/>
                  <a:pt x="627299" y="1254598"/>
                </a:cubicBezTo>
                <a:cubicBezTo>
                  <a:pt x="280851" y="1254598"/>
                  <a:pt x="0" y="973747"/>
                  <a:pt x="0" y="627299"/>
                </a:cubicBezTo>
                <a:close/>
              </a:path>
            </a:pathLst>
          </a:custGeom>
          <a:gradFill>
            <a:gsLst>
              <a:gs pos="0">
                <a:srgbClr val="0070C0"/>
              </a:gs>
              <a:gs pos="100000">
                <a:schemeClr val="accent5">
                  <a:lumMod val="75000"/>
                </a:schemeClr>
              </a:gs>
            </a:gsLst>
            <a:lin ang="18900000" scaled="1"/>
          </a:gradFill>
          <a:ln w="12700">
            <a:solidFill>
              <a:schemeClr val="bg1"/>
            </a:solidFill>
          </a:ln>
          <a:effectLst>
            <a:outerShdw blurRad="127000" dist="63500" dir="2700000" algn="tl" rotWithShape="0">
              <a:schemeClr val="accent3">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lnSpc>
                <a:spcPct val="120000"/>
              </a:lnSpc>
            </a:pPr>
            <a:r>
              <a:rPr lang="en-US" altLang="zh-CN" sz="2800" dirty="0">
                <a:solidFill>
                  <a:schemeClr val="bg1"/>
                </a:solidFill>
                <a:latin typeface="+mj-ea"/>
                <a:ea typeface="+mj-ea"/>
                <a:cs typeface="阿里巴巴普惠体 Medium" panose="00020600040101010101" pitchFamily="18" charset="-122"/>
                <a:sym typeface="阿里巴巴普惠体 Medium" panose="00020600040101010101" pitchFamily="18" charset="-122"/>
              </a:rPr>
              <a:t>20</a:t>
            </a:r>
            <a:r>
              <a:rPr lang="en-US" altLang="zh-CN" sz="2000" dirty="0">
                <a:solidFill>
                  <a:schemeClr val="bg1"/>
                </a:solidFill>
                <a:latin typeface="+mj-ea"/>
                <a:ea typeface="+mj-ea"/>
                <a:cs typeface="阿里巴巴普惠体 Medium" panose="00020600040101010101" pitchFamily="18" charset="-122"/>
                <a:sym typeface="阿里巴巴普惠体 Medium" panose="00020600040101010101" pitchFamily="18" charset="-122"/>
              </a:rPr>
              <a:t>%</a:t>
            </a:r>
            <a:endParaRPr lang="zh-CN" altLang="en-US" sz="2800" dirty="0">
              <a:solidFill>
                <a:schemeClr val="bg1"/>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15" name="任意多边形: 形状 8">
            <a:extLst>
              <a:ext uri="{FF2B5EF4-FFF2-40B4-BE49-F238E27FC236}">
                <a16:creationId xmlns:a16="http://schemas.microsoft.com/office/drawing/2014/main" id="{A3AD79C0-55FD-A244-DCC2-AC8923B15797}"/>
              </a:ext>
            </a:extLst>
          </p:cNvPr>
          <p:cNvSpPr/>
          <p:nvPr/>
        </p:nvSpPr>
        <p:spPr>
          <a:xfrm>
            <a:off x="4702797" y="3411466"/>
            <a:ext cx="1530443" cy="1529601"/>
          </a:xfrm>
          <a:custGeom>
            <a:avLst/>
            <a:gdLst>
              <a:gd name="connsiteX0" fmla="*/ 0 w 1254598"/>
              <a:gd name="connsiteY0" fmla="*/ 627299 h 1254598"/>
              <a:gd name="connsiteX1" fmla="*/ 627299 w 1254598"/>
              <a:gd name="connsiteY1" fmla="*/ 0 h 1254598"/>
              <a:gd name="connsiteX2" fmla="*/ 1254598 w 1254598"/>
              <a:gd name="connsiteY2" fmla="*/ 627299 h 1254598"/>
              <a:gd name="connsiteX3" fmla="*/ 627299 w 1254598"/>
              <a:gd name="connsiteY3" fmla="*/ 1254598 h 1254598"/>
              <a:gd name="connsiteX4" fmla="*/ 0 w 1254598"/>
              <a:gd name="connsiteY4" fmla="*/ 627299 h 1254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4598" h="1254598">
                <a:moveTo>
                  <a:pt x="0" y="627299"/>
                </a:moveTo>
                <a:cubicBezTo>
                  <a:pt x="0" y="280851"/>
                  <a:pt x="280851" y="0"/>
                  <a:pt x="627299" y="0"/>
                </a:cubicBezTo>
                <a:cubicBezTo>
                  <a:pt x="973747" y="0"/>
                  <a:pt x="1254598" y="280851"/>
                  <a:pt x="1254598" y="627299"/>
                </a:cubicBezTo>
                <a:cubicBezTo>
                  <a:pt x="1254598" y="973747"/>
                  <a:pt x="973747" y="1254598"/>
                  <a:pt x="627299" y="1254598"/>
                </a:cubicBezTo>
                <a:cubicBezTo>
                  <a:pt x="280851" y="1254598"/>
                  <a:pt x="0" y="973747"/>
                  <a:pt x="0" y="627299"/>
                </a:cubicBezTo>
                <a:close/>
              </a:path>
            </a:pathLst>
          </a:custGeom>
          <a:gradFill>
            <a:gsLst>
              <a:gs pos="0">
                <a:srgbClr val="0070C0"/>
              </a:gs>
              <a:gs pos="100000">
                <a:schemeClr val="accent5">
                  <a:lumMod val="75000"/>
                </a:schemeClr>
              </a:gs>
            </a:gsLst>
            <a:lin ang="18900000" scaled="1"/>
          </a:gradFill>
          <a:ln w="12700">
            <a:solidFill>
              <a:schemeClr val="bg1"/>
            </a:solidFill>
          </a:ln>
          <a:effectLst>
            <a:outerShdw blurRad="127000" dist="63500" dir="2700000" algn="tl" rotWithShape="0">
              <a:schemeClr val="accent2">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none" rtlCol="0" anchor="ctr">
            <a:normAutofit/>
          </a:bodyPr>
          <a:lstStyle/>
          <a:p>
            <a:pPr algn="ctr">
              <a:lnSpc>
                <a:spcPct val="120000"/>
              </a:lnSpc>
            </a:pPr>
            <a:r>
              <a:rPr lang="en-US" altLang="zh-CN" sz="2800" dirty="0">
                <a:solidFill>
                  <a:schemeClr val="bg1"/>
                </a:solidFill>
                <a:latin typeface="+mj-ea"/>
                <a:ea typeface="+mj-ea"/>
                <a:cs typeface="阿里巴巴普惠体 Medium" panose="00020600040101010101" pitchFamily="18" charset="-122"/>
                <a:sym typeface="阿里巴巴普惠体 Medium" panose="00020600040101010101" pitchFamily="18" charset="-122"/>
              </a:rPr>
              <a:t>30</a:t>
            </a:r>
            <a:r>
              <a:rPr lang="en-US" altLang="zh-CN" sz="2000" dirty="0">
                <a:solidFill>
                  <a:schemeClr val="bg1"/>
                </a:solidFill>
                <a:latin typeface="+mj-ea"/>
                <a:ea typeface="+mj-ea"/>
                <a:cs typeface="阿里巴巴普惠体 Medium" panose="00020600040101010101" pitchFamily="18" charset="-122"/>
                <a:sym typeface="阿里巴巴普惠体 Medium" panose="00020600040101010101" pitchFamily="18" charset="-122"/>
              </a:rPr>
              <a:t>%</a:t>
            </a:r>
            <a:endParaRPr lang="zh-CN" altLang="en-US" sz="2800" dirty="0">
              <a:solidFill>
                <a:schemeClr val="bg1"/>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16" name="文本框 15">
            <a:extLst>
              <a:ext uri="{FF2B5EF4-FFF2-40B4-BE49-F238E27FC236}">
                <a16:creationId xmlns:a16="http://schemas.microsoft.com/office/drawing/2014/main" id="{F8732CD4-913C-CCA9-F0B8-021384546E71}"/>
              </a:ext>
            </a:extLst>
          </p:cNvPr>
          <p:cNvSpPr txBox="1"/>
          <p:nvPr/>
        </p:nvSpPr>
        <p:spPr>
          <a:xfrm>
            <a:off x="1734163" y="1903361"/>
            <a:ext cx="2122029" cy="374846"/>
          </a:xfrm>
          <a:prstGeom prst="rect">
            <a:avLst/>
          </a:prstGeom>
          <a:noFill/>
        </p:spPr>
        <p:txBody>
          <a:bodyPr wrap="square">
            <a:spAutoFit/>
          </a:bodyPr>
          <a:lstStyle/>
          <a:p>
            <a:pPr algn="just">
              <a:lnSpc>
                <a:spcPct val="120000"/>
              </a:lnSpc>
            </a:pPr>
            <a:r>
              <a:rPr lang="zh-CN" altLang="en-US"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rPr>
              <a:t>单击输入标题</a:t>
            </a:r>
            <a:endParaRPr lang="en-US" altLang="zh-CN"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17" name="文本框 16">
            <a:extLst>
              <a:ext uri="{FF2B5EF4-FFF2-40B4-BE49-F238E27FC236}">
                <a16:creationId xmlns:a16="http://schemas.microsoft.com/office/drawing/2014/main" id="{925B550A-8603-1502-169D-D10D1E188F8D}"/>
              </a:ext>
            </a:extLst>
          </p:cNvPr>
          <p:cNvSpPr txBox="1"/>
          <p:nvPr/>
        </p:nvSpPr>
        <p:spPr>
          <a:xfrm>
            <a:off x="1155107" y="2413041"/>
            <a:ext cx="2823372" cy="795859"/>
          </a:xfrm>
          <a:prstGeom prst="rect">
            <a:avLst/>
          </a:prstGeom>
          <a:noFill/>
        </p:spPr>
        <p:txBody>
          <a:bodyPr wrap="square" rtlCol="0">
            <a:spAutoFit/>
          </a:bodyPr>
          <a:lstStyle>
            <a:defPPr>
              <a:defRPr lang="zh-CN"/>
            </a:defPPr>
            <a:lvl1pPr marR="0" lvl="0" indent="0" algn="just" fontAlgn="auto">
              <a:lnSpc>
                <a:spcPct val="130000"/>
              </a:lnSpc>
              <a:spcBef>
                <a:spcPts val="0"/>
              </a:spcBef>
              <a:spcAft>
                <a:spcPts val="0"/>
              </a:spcAft>
              <a:buClrTx/>
              <a:buSzTx/>
              <a:buFontTx/>
              <a:buNone/>
              <a:tabLst/>
              <a:defRPr kumimoji="0" sz="1400" b="0" i="0" u="none" strike="noStrike" cap="none" spc="0" normalizeH="0" baseline="0">
                <a:ln>
                  <a:noFill/>
                </a:ln>
                <a:solidFill>
                  <a:schemeClr val="bg1">
                    <a:lumMod val="50000"/>
                  </a:schemeClr>
                </a:solidFill>
                <a:effectLst/>
                <a:uLnTx/>
                <a:uFillTx/>
                <a:latin typeface="+mn-ea"/>
                <a:cs typeface="阿里巴巴普惠体 R" panose="00020600040101010101" pitchFamily="18" charset="-122"/>
              </a:defRPr>
            </a:lvl1pPr>
          </a:lstStyle>
          <a:p>
            <a:r>
              <a:rPr lang="zh-CN" altLang="en-US" sz="1200" dirty="0">
                <a:sym typeface="阿里巴巴普惠体 Medium" panose="00020600040101010101" pitchFamily="18" charset="-122"/>
              </a:rPr>
              <a:t>点此输入内容或者复制您的内容在这里，通过复制您的文本后，在此框中选择粘贴。点此输入内容或者复制您的内容</a:t>
            </a:r>
            <a:endParaRPr lang="en-US" altLang="zh-CN" sz="1200" dirty="0">
              <a:sym typeface="阿里巴巴普惠体 Medium" panose="00020600040101010101" pitchFamily="18" charset="-122"/>
            </a:endParaRPr>
          </a:p>
        </p:txBody>
      </p:sp>
      <p:sp>
        <p:nvSpPr>
          <p:cNvPr id="18" name="文本框 17">
            <a:extLst>
              <a:ext uri="{FF2B5EF4-FFF2-40B4-BE49-F238E27FC236}">
                <a16:creationId xmlns:a16="http://schemas.microsoft.com/office/drawing/2014/main" id="{9EFA891D-E213-1BD3-FAAF-508531CA6AAB}"/>
              </a:ext>
            </a:extLst>
          </p:cNvPr>
          <p:cNvSpPr txBox="1"/>
          <p:nvPr/>
        </p:nvSpPr>
        <p:spPr>
          <a:xfrm>
            <a:off x="1734163" y="4069759"/>
            <a:ext cx="2122029" cy="374846"/>
          </a:xfrm>
          <a:prstGeom prst="rect">
            <a:avLst/>
          </a:prstGeom>
          <a:noFill/>
        </p:spPr>
        <p:txBody>
          <a:bodyPr wrap="square">
            <a:spAutoFit/>
          </a:bodyPr>
          <a:lstStyle/>
          <a:p>
            <a:pPr algn="just">
              <a:lnSpc>
                <a:spcPct val="120000"/>
              </a:lnSpc>
            </a:pPr>
            <a:r>
              <a:rPr lang="zh-CN" altLang="en-US"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rPr>
              <a:t>单击输入标题</a:t>
            </a:r>
            <a:endParaRPr lang="en-US" altLang="zh-CN"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19" name="文本框 18">
            <a:extLst>
              <a:ext uri="{FF2B5EF4-FFF2-40B4-BE49-F238E27FC236}">
                <a16:creationId xmlns:a16="http://schemas.microsoft.com/office/drawing/2014/main" id="{341CF204-2F50-91BF-CCB6-D24753B7367C}"/>
              </a:ext>
            </a:extLst>
          </p:cNvPr>
          <p:cNvSpPr txBox="1"/>
          <p:nvPr/>
        </p:nvSpPr>
        <p:spPr>
          <a:xfrm>
            <a:off x="1155107" y="4579439"/>
            <a:ext cx="2823372" cy="795859"/>
          </a:xfrm>
          <a:prstGeom prst="rect">
            <a:avLst/>
          </a:prstGeom>
          <a:noFill/>
        </p:spPr>
        <p:txBody>
          <a:bodyPr wrap="square" rtlCol="0">
            <a:spAutoFit/>
          </a:bodyPr>
          <a:lstStyle>
            <a:defPPr>
              <a:defRPr lang="zh-CN"/>
            </a:defPPr>
            <a:lvl1pPr marR="0" lvl="0" indent="0" algn="just" fontAlgn="auto">
              <a:lnSpc>
                <a:spcPct val="130000"/>
              </a:lnSpc>
              <a:spcBef>
                <a:spcPts val="0"/>
              </a:spcBef>
              <a:spcAft>
                <a:spcPts val="0"/>
              </a:spcAft>
              <a:buClrTx/>
              <a:buSzTx/>
              <a:buFontTx/>
              <a:buNone/>
              <a:tabLst/>
              <a:defRPr kumimoji="0" sz="1400" b="0" i="0" u="none" strike="noStrike" cap="none" spc="0" normalizeH="0" baseline="0">
                <a:ln>
                  <a:noFill/>
                </a:ln>
                <a:solidFill>
                  <a:schemeClr val="bg1">
                    <a:lumMod val="50000"/>
                  </a:schemeClr>
                </a:solidFill>
                <a:effectLst/>
                <a:uLnTx/>
                <a:uFillTx/>
                <a:latin typeface="+mn-ea"/>
                <a:cs typeface="阿里巴巴普惠体 R" panose="00020600040101010101" pitchFamily="18" charset="-122"/>
              </a:defRPr>
            </a:lvl1pPr>
          </a:lstStyle>
          <a:p>
            <a:r>
              <a:rPr lang="zh-CN" altLang="en-US" sz="1200" dirty="0">
                <a:sym typeface="阿里巴巴普惠体 Medium" panose="00020600040101010101" pitchFamily="18" charset="-122"/>
              </a:rPr>
              <a:t>点此输入内容或者复制您的内容在这里，通过复制您的文本后，在此框中选择粘贴。点此输入内容或者复制您</a:t>
            </a:r>
            <a:r>
              <a:rPr lang="zh-CN" altLang="en-US" sz="1200">
                <a:sym typeface="阿里巴巴普惠体 Medium" panose="00020600040101010101" pitchFamily="18" charset="-122"/>
              </a:rPr>
              <a:t>的内容</a:t>
            </a:r>
            <a:endParaRPr lang="en-US" altLang="zh-CN" sz="1200" dirty="0">
              <a:sym typeface="阿里巴巴普惠体 Medium" panose="00020600040101010101" pitchFamily="18" charset="-122"/>
            </a:endParaRPr>
          </a:p>
        </p:txBody>
      </p:sp>
      <p:sp>
        <p:nvSpPr>
          <p:cNvPr id="20" name="文本框 19">
            <a:extLst>
              <a:ext uri="{FF2B5EF4-FFF2-40B4-BE49-F238E27FC236}">
                <a16:creationId xmlns:a16="http://schemas.microsoft.com/office/drawing/2014/main" id="{D0013787-5D14-EE53-FA89-0BD21BD21655}"/>
              </a:ext>
            </a:extLst>
          </p:cNvPr>
          <p:cNvSpPr txBox="1"/>
          <p:nvPr/>
        </p:nvSpPr>
        <p:spPr>
          <a:xfrm>
            <a:off x="8874973" y="1903361"/>
            <a:ext cx="2122029" cy="374846"/>
          </a:xfrm>
          <a:prstGeom prst="rect">
            <a:avLst/>
          </a:prstGeom>
          <a:noFill/>
        </p:spPr>
        <p:txBody>
          <a:bodyPr wrap="square">
            <a:spAutoFit/>
          </a:bodyPr>
          <a:lstStyle/>
          <a:p>
            <a:pPr algn="just">
              <a:lnSpc>
                <a:spcPct val="120000"/>
              </a:lnSpc>
            </a:pPr>
            <a:r>
              <a:rPr lang="zh-CN" altLang="en-US"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rPr>
              <a:t>单击输入标题</a:t>
            </a:r>
            <a:endParaRPr lang="en-US" altLang="zh-CN"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21" name="文本框 20">
            <a:extLst>
              <a:ext uri="{FF2B5EF4-FFF2-40B4-BE49-F238E27FC236}">
                <a16:creationId xmlns:a16="http://schemas.microsoft.com/office/drawing/2014/main" id="{B1F9BF93-67C3-C8D2-055B-3E6A77A9327F}"/>
              </a:ext>
            </a:extLst>
          </p:cNvPr>
          <p:cNvSpPr txBox="1"/>
          <p:nvPr/>
        </p:nvSpPr>
        <p:spPr>
          <a:xfrm>
            <a:off x="8295917" y="2413041"/>
            <a:ext cx="2823372" cy="795859"/>
          </a:xfrm>
          <a:prstGeom prst="rect">
            <a:avLst/>
          </a:prstGeom>
          <a:noFill/>
        </p:spPr>
        <p:txBody>
          <a:bodyPr wrap="square" rtlCol="0">
            <a:spAutoFit/>
          </a:bodyPr>
          <a:lstStyle>
            <a:defPPr>
              <a:defRPr lang="zh-CN"/>
            </a:defPPr>
            <a:lvl1pPr marR="0" lvl="0" indent="0" algn="just" fontAlgn="auto">
              <a:lnSpc>
                <a:spcPct val="130000"/>
              </a:lnSpc>
              <a:spcBef>
                <a:spcPts val="0"/>
              </a:spcBef>
              <a:spcAft>
                <a:spcPts val="0"/>
              </a:spcAft>
              <a:buClrTx/>
              <a:buSzTx/>
              <a:buFontTx/>
              <a:buNone/>
              <a:tabLst/>
              <a:defRPr kumimoji="0" sz="1400" b="0" i="0" u="none" strike="noStrike" cap="none" spc="0" normalizeH="0" baseline="0">
                <a:ln>
                  <a:noFill/>
                </a:ln>
                <a:solidFill>
                  <a:schemeClr val="bg1">
                    <a:lumMod val="50000"/>
                  </a:schemeClr>
                </a:solidFill>
                <a:effectLst/>
                <a:uLnTx/>
                <a:uFillTx/>
                <a:latin typeface="+mn-ea"/>
                <a:cs typeface="阿里巴巴普惠体 R" panose="00020600040101010101" pitchFamily="18" charset="-122"/>
              </a:defRPr>
            </a:lvl1pPr>
          </a:lstStyle>
          <a:p>
            <a:r>
              <a:rPr lang="zh-CN" altLang="en-US" sz="1200" dirty="0">
                <a:sym typeface="阿里巴巴普惠体 Medium" panose="00020600040101010101" pitchFamily="18" charset="-122"/>
              </a:rPr>
              <a:t>点此输入内容或者复制您的内容在这里，通过复制您的文本后，在此框中选择粘贴。点此输入内容或者复制您</a:t>
            </a:r>
            <a:r>
              <a:rPr lang="zh-CN" altLang="en-US" sz="1200">
                <a:sym typeface="阿里巴巴普惠体 Medium" panose="00020600040101010101" pitchFamily="18" charset="-122"/>
              </a:rPr>
              <a:t>的内容</a:t>
            </a:r>
            <a:endParaRPr lang="en-US" altLang="zh-CN" sz="1200" dirty="0">
              <a:sym typeface="阿里巴巴普惠体 Medium" panose="00020600040101010101" pitchFamily="18" charset="-122"/>
            </a:endParaRPr>
          </a:p>
        </p:txBody>
      </p:sp>
      <p:sp>
        <p:nvSpPr>
          <p:cNvPr id="22" name="文本框 21">
            <a:extLst>
              <a:ext uri="{FF2B5EF4-FFF2-40B4-BE49-F238E27FC236}">
                <a16:creationId xmlns:a16="http://schemas.microsoft.com/office/drawing/2014/main" id="{353BA405-C611-863D-E356-E97614EEA70C}"/>
              </a:ext>
            </a:extLst>
          </p:cNvPr>
          <p:cNvSpPr txBox="1"/>
          <p:nvPr/>
        </p:nvSpPr>
        <p:spPr>
          <a:xfrm>
            <a:off x="8874973" y="4069759"/>
            <a:ext cx="2122029" cy="374846"/>
          </a:xfrm>
          <a:prstGeom prst="rect">
            <a:avLst/>
          </a:prstGeom>
          <a:noFill/>
        </p:spPr>
        <p:txBody>
          <a:bodyPr wrap="square">
            <a:spAutoFit/>
          </a:bodyPr>
          <a:lstStyle/>
          <a:p>
            <a:pPr algn="just">
              <a:lnSpc>
                <a:spcPct val="120000"/>
              </a:lnSpc>
            </a:pPr>
            <a:r>
              <a:rPr lang="zh-CN" altLang="en-US"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rPr>
              <a:t>单击输入标题</a:t>
            </a:r>
            <a:endParaRPr lang="en-US" altLang="zh-CN" dirty="0">
              <a:solidFill>
                <a:schemeClr val="tx1">
                  <a:lumMod val="75000"/>
                  <a:lumOff val="25000"/>
                </a:schemeClr>
              </a:solidFill>
              <a:latin typeface="+mj-ea"/>
              <a:ea typeface="+mj-ea"/>
              <a:cs typeface="阿里巴巴普惠体 Medium" panose="00020600040101010101" pitchFamily="18" charset="-122"/>
              <a:sym typeface="阿里巴巴普惠体 Medium" panose="00020600040101010101" pitchFamily="18" charset="-122"/>
            </a:endParaRPr>
          </a:p>
        </p:txBody>
      </p:sp>
      <p:sp>
        <p:nvSpPr>
          <p:cNvPr id="23" name="文本框 22">
            <a:extLst>
              <a:ext uri="{FF2B5EF4-FFF2-40B4-BE49-F238E27FC236}">
                <a16:creationId xmlns:a16="http://schemas.microsoft.com/office/drawing/2014/main" id="{B8DBE1FF-219E-B2B5-7C6D-B618ECCBB56F}"/>
              </a:ext>
            </a:extLst>
          </p:cNvPr>
          <p:cNvSpPr txBox="1"/>
          <p:nvPr/>
        </p:nvSpPr>
        <p:spPr>
          <a:xfrm>
            <a:off x="8295917" y="4579439"/>
            <a:ext cx="2823372" cy="795859"/>
          </a:xfrm>
          <a:prstGeom prst="rect">
            <a:avLst/>
          </a:prstGeom>
          <a:noFill/>
        </p:spPr>
        <p:txBody>
          <a:bodyPr wrap="square" rtlCol="0">
            <a:spAutoFit/>
          </a:bodyPr>
          <a:lstStyle>
            <a:defPPr>
              <a:defRPr lang="zh-CN"/>
            </a:defPPr>
            <a:lvl1pPr marR="0" lvl="0" indent="0" algn="just" fontAlgn="auto">
              <a:lnSpc>
                <a:spcPct val="130000"/>
              </a:lnSpc>
              <a:spcBef>
                <a:spcPts val="0"/>
              </a:spcBef>
              <a:spcAft>
                <a:spcPts val="0"/>
              </a:spcAft>
              <a:buClrTx/>
              <a:buSzTx/>
              <a:buFontTx/>
              <a:buNone/>
              <a:tabLst/>
              <a:defRPr kumimoji="0" sz="1400" b="0" i="0" u="none" strike="noStrike" cap="none" spc="0" normalizeH="0" baseline="0">
                <a:ln>
                  <a:noFill/>
                </a:ln>
                <a:solidFill>
                  <a:schemeClr val="bg1">
                    <a:lumMod val="50000"/>
                  </a:schemeClr>
                </a:solidFill>
                <a:effectLst/>
                <a:uLnTx/>
                <a:uFillTx/>
                <a:latin typeface="+mn-ea"/>
                <a:cs typeface="阿里巴巴普惠体 R" panose="00020600040101010101" pitchFamily="18" charset="-122"/>
              </a:defRPr>
            </a:lvl1pPr>
          </a:lstStyle>
          <a:p>
            <a:r>
              <a:rPr lang="zh-CN" altLang="en-US" sz="1200" dirty="0">
                <a:sym typeface="阿里巴巴普惠体 Medium" panose="00020600040101010101" pitchFamily="18" charset="-122"/>
              </a:rPr>
              <a:t>点此输入内容或者复制您的内容在这里，通过复制您的文本后，在此框中选择粘贴。点此输入内容或者复制您</a:t>
            </a:r>
            <a:r>
              <a:rPr lang="zh-CN" altLang="en-US" sz="1200">
                <a:sym typeface="阿里巴巴普惠体 Medium" panose="00020600040101010101" pitchFamily="18" charset="-122"/>
              </a:rPr>
              <a:t>的内容</a:t>
            </a:r>
            <a:endParaRPr lang="en-US" altLang="zh-CN" sz="1200" dirty="0">
              <a:sym typeface="阿里巴巴普惠体 Medium" panose="00020600040101010101" pitchFamily="18" charset="-122"/>
            </a:endParaRPr>
          </a:p>
        </p:txBody>
      </p:sp>
    </p:spTree>
    <p:extLst>
      <p:ext uri="{BB962C8B-B14F-4D97-AF65-F5344CB8AC3E}">
        <p14:creationId xmlns:p14="http://schemas.microsoft.com/office/powerpoint/2010/main" val="66343813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1D9AD-2778-0C5F-02C8-E02216A2BFC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78239F9-D480-0169-5DAA-5C9BFB3FD51E}"/>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项目工作复盘</a:t>
            </a:r>
          </a:p>
        </p:txBody>
      </p:sp>
      <p:sp>
        <p:nvSpPr>
          <p:cNvPr id="3" name="弧 2">
            <a:extLst>
              <a:ext uri="{FF2B5EF4-FFF2-40B4-BE49-F238E27FC236}">
                <a16:creationId xmlns:a16="http://schemas.microsoft.com/office/drawing/2014/main" id="{2F41C629-3914-ECDB-3686-3A0D2186EE95}"/>
              </a:ext>
            </a:extLst>
          </p:cNvPr>
          <p:cNvSpPr/>
          <p:nvPr/>
        </p:nvSpPr>
        <p:spPr>
          <a:xfrm>
            <a:off x="4571998" y="1267651"/>
            <a:ext cx="3257551" cy="3257551"/>
          </a:xfrm>
          <a:prstGeom prst="arc">
            <a:avLst>
              <a:gd name="adj1" fmla="val 19686714"/>
              <a:gd name="adj2" fmla="val 12689265"/>
            </a:avLst>
          </a:prstGeom>
          <a:ln w="190500" cap="rnd">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zh-CN" altLang="en-US"/>
          </a:p>
        </p:txBody>
      </p:sp>
      <p:sp>
        <p:nvSpPr>
          <p:cNvPr id="4" name="椭圆 3">
            <a:extLst>
              <a:ext uri="{FF2B5EF4-FFF2-40B4-BE49-F238E27FC236}">
                <a16:creationId xmlns:a16="http://schemas.microsoft.com/office/drawing/2014/main" id="{849B16D6-DE4C-3E18-523F-F1041C1C80E7}"/>
              </a:ext>
            </a:extLst>
          </p:cNvPr>
          <p:cNvSpPr/>
          <p:nvPr/>
        </p:nvSpPr>
        <p:spPr>
          <a:xfrm>
            <a:off x="5238750" y="1934403"/>
            <a:ext cx="1924050" cy="1924050"/>
          </a:xfrm>
          <a:prstGeom prst="ellipse">
            <a:avLst/>
          </a:prstGeom>
          <a:solidFill>
            <a:schemeClr val="bg1"/>
          </a:solidFill>
          <a:ln w="6350">
            <a:solidFill>
              <a:schemeClr val="bg1">
                <a:lumMod val="75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5" name="直线连接符 4">
            <a:extLst>
              <a:ext uri="{FF2B5EF4-FFF2-40B4-BE49-F238E27FC236}">
                <a16:creationId xmlns:a16="http://schemas.microsoft.com/office/drawing/2014/main" id="{342C2208-8CB5-6489-23E5-81DD7AED000E}"/>
              </a:ext>
            </a:extLst>
          </p:cNvPr>
          <p:cNvCxnSpPr/>
          <p:nvPr/>
        </p:nvCxnSpPr>
        <p:spPr>
          <a:xfrm>
            <a:off x="6200774" y="1939165"/>
            <a:ext cx="0" cy="842961"/>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线连接符 5">
            <a:extLst>
              <a:ext uri="{FF2B5EF4-FFF2-40B4-BE49-F238E27FC236}">
                <a16:creationId xmlns:a16="http://schemas.microsoft.com/office/drawing/2014/main" id="{EA42866E-9222-7511-320B-92F17732ECE6}"/>
              </a:ext>
            </a:extLst>
          </p:cNvPr>
          <p:cNvCxnSpPr>
            <a:cxnSpLocks/>
          </p:cNvCxnSpPr>
          <p:nvPr/>
        </p:nvCxnSpPr>
        <p:spPr>
          <a:xfrm flipV="1">
            <a:off x="5362574" y="2984264"/>
            <a:ext cx="638176" cy="361949"/>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直线连接符 6">
            <a:extLst>
              <a:ext uri="{FF2B5EF4-FFF2-40B4-BE49-F238E27FC236}">
                <a16:creationId xmlns:a16="http://schemas.microsoft.com/office/drawing/2014/main" id="{970387C8-6509-3E63-843B-22FBF21223AC}"/>
              </a:ext>
            </a:extLst>
          </p:cNvPr>
          <p:cNvCxnSpPr>
            <a:cxnSpLocks/>
          </p:cNvCxnSpPr>
          <p:nvPr/>
        </p:nvCxnSpPr>
        <p:spPr>
          <a:xfrm flipH="1" flipV="1">
            <a:off x="6403180" y="2984264"/>
            <a:ext cx="638176" cy="361949"/>
          </a:xfrm>
          <a:prstGeom prst="line">
            <a:avLst/>
          </a:prstGeom>
        </p:spPr>
        <p:style>
          <a:lnRef idx="1">
            <a:schemeClr val="accent1"/>
          </a:lnRef>
          <a:fillRef idx="0">
            <a:schemeClr val="accent1"/>
          </a:fillRef>
          <a:effectRef idx="0">
            <a:schemeClr val="accent1"/>
          </a:effectRef>
          <a:fontRef idx="minor">
            <a:schemeClr val="tx1"/>
          </a:fontRef>
        </p:style>
      </p:cxnSp>
      <p:sp>
        <p:nvSpPr>
          <p:cNvPr id="8" name="椭圆 7">
            <a:extLst>
              <a:ext uri="{FF2B5EF4-FFF2-40B4-BE49-F238E27FC236}">
                <a16:creationId xmlns:a16="http://schemas.microsoft.com/office/drawing/2014/main" id="{CFA7B107-8870-EF2C-A8DB-8DA249CE3418}"/>
              </a:ext>
            </a:extLst>
          </p:cNvPr>
          <p:cNvSpPr/>
          <p:nvPr/>
        </p:nvSpPr>
        <p:spPr>
          <a:xfrm>
            <a:off x="5614987" y="2310640"/>
            <a:ext cx="1171575" cy="1171575"/>
          </a:xfrm>
          <a:prstGeom prst="ellipse">
            <a:avLst/>
          </a:prstGeom>
          <a:gradFill>
            <a:gsLst>
              <a:gs pos="0">
                <a:srgbClr val="0070C0"/>
              </a:gs>
              <a:gs pos="100000">
                <a:schemeClr val="accent5">
                  <a:lumMod val="75000"/>
                </a:schemeClr>
              </a:gs>
            </a:gsLst>
            <a:lin ang="18900000" scaled="1"/>
          </a:gradFill>
          <a:ln>
            <a:noFill/>
          </a:ln>
          <a:effectLst>
            <a:outerShdw blurRad="152400" sx="102000" sy="102000" algn="ctr" rotWithShape="0">
              <a:schemeClr val="bg1">
                <a:lumMod val="6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Freeform 75">
            <a:extLst>
              <a:ext uri="{FF2B5EF4-FFF2-40B4-BE49-F238E27FC236}">
                <a16:creationId xmlns:a16="http://schemas.microsoft.com/office/drawing/2014/main" id="{B1F89280-CA01-583E-D06E-69D0A172C309}"/>
              </a:ext>
            </a:extLst>
          </p:cNvPr>
          <p:cNvSpPr>
            <a:spLocks noEditPoints="1"/>
          </p:cNvSpPr>
          <p:nvPr/>
        </p:nvSpPr>
        <p:spPr bwMode="auto">
          <a:xfrm>
            <a:off x="6001999" y="2541895"/>
            <a:ext cx="430891" cy="361949"/>
          </a:xfrm>
          <a:custGeom>
            <a:avLst/>
            <a:gdLst>
              <a:gd name="T0" fmla="*/ 119 w 200"/>
              <a:gd name="T1" fmla="*/ 42 h 168"/>
              <a:gd name="T2" fmla="*/ 81 w 200"/>
              <a:gd name="T3" fmla="*/ 42 h 168"/>
              <a:gd name="T4" fmla="*/ 159 w 200"/>
              <a:gd name="T5" fmla="*/ 0 h 168"/>
              <a:gd name="T6" fmla="*/ 41 w 200"/>
              <a:gd name="T7" fmla="*/ 0 h 168"/>
              <a:gd name="T8" fmla="*/ 40 w 200"/>
              <a:gd name="T9" fmla="*/ 0 h 168"/>
              <a:gd name="T10" fmla="*/ 40 w 200"/>
              <a:gd name="T11" fmla="*/ 0 h 168"/>
              <a:gd name="T12" fmla="*/ 39 w 200"/>
              <a:gd name="T13" fmla="*/ 0 h 168"/>
              <a:gd name="T14" fmla="*/ 39 w 200"/>
              <a:gd name="T15" fmla="*/ 0 h 168"/>
              <a:gd name="T16" fmla="*/ 23 w 200"/>
              <a:gd name="T17" fmla="*/ 15 h 168"/>
              <a:gd name="T18" fmla="*/ 23 w 200"/>
              <a:gd name="T19" fmla="*/ 16 h 168"/>
              <a:gd name="T20" fmla="*/ 23 w 200"/>
              <a:gd name="T21" fmla="*/ 16 h 168"/>
              <a:gd name="T22" fmla="*/ 23 w 200"/>
              <a:gd name="T23" fmla="*/ 17 h 168"/>
              <a:gd name="T24" fmla="*/ 23 w 200"/>
              <a:gd name="T25" fmla="*/ 18 h 168"/>
              <a:gd name="T26" fmla="*/ 23 w 200"/>
              <a:gd name="T27" fmla="*/ 19 h 168"/>
              <a:gd name="T28" fmla="*/ 23 w 200"/>
              <a:gd name="T29" fmla="*/ 93 h 168"/>
              <a:gd name="T30" fmla="*/ 23 w 200"/>
              <a:gd name="T31" fmla="*/ 95 h 168"/>
              <a:gd name="T32" fmla="*/ 23 w 200"/>
              <a:gd name="T33" fmla="*/ 96 h 168"/>
              <a:gd name="T34" fmla="*/ 23 w 200"/>
              <a:gd name="T35" fmla="*/ 96 h 168"/>
              <a:gd name="T36" fmla="*/ 23 w 200"/>
              <a:gd name="T37" fmla="*/ 97 h 168"/>
              <a:gd name="T38" fmla="*/ 39 w 200"/>
              <a:gd name="T39" fmla="*/ 111 h 168"/>
              <a:gd name="T40" fmla="*/ 39 w 200"/>
              <a:gd name="T41" fmla="*/ 112 h 168"/>
              <a:gd name="T42" fmla="*/ 40 w 200"/>
              <a:gd name="T43" fmla="*/ 112 h 168"/>
              <a:gd name="T44" fmla="*/ 40 w 200"/>
              <a:gd name="T45" fmla="*/ 112 h 168"/>
              <a:gd name="T46" fmla="*/ 41 w 200"/>
              <a:gd name="T47" fmla="*/ 112 h 168"/>
              <a:gd name="T48" fmla="*/ 95 w 200"/>
              <a:gd name="T49" fmla="*/ 112 h 168"/>
              <a:gd name="T50" fmla="*/ 159 w 200"/>
              <a:gd name="T51" fmla="*/ 112 h 168"/>
              <a:gd name="T52" fmla="*/ 159 w 200"/>
              <a:gd name="T53" fmla="*/ 112 h 168"/>
              <a:gd name="T54" fmla="*/ 160 w 200"/>
              <a:gd name="T55" fmla="*/ 112 h 168"/>
              <a:gd name="T56" fmla="*/ 160 w 200"/>
              <a:gd name="T57" fmla="*/ 112 h 168"/>
              <a:gd name="T58" fmla="*/ 161 w 200"/>
              <a:gd name="T59" fmla="*/ 112 h 168"/>
              <a:gd name="T60" fmla="*/ 177 w 200"/>
              <a:gd name="T61" fmla="*/ 95 h 168"/>
              <a:gd name="T62" fmla="*/ 177 w 200"/>
              <a:gd name="T63" fmla="*/ 19 h 168"/>
              <a:gd name="T64" fmla="*/ 177 w 200"/>
              <a:gd name="T65" fmla="*/ 17 h 168"/>
              <a:gd name="T66" fmla="*/ 161 w 200"/>
              <a:gd name="T67" fmla="*/ 0 h 168"/>
              <a:gd name="T68" fmla="*/ 160 w 200"/>
              <a:gd name="T69" fmla="*/ 0 h 168"/>
              <a:gd name="T70" fmla="*/ 160 w 200"/>
              <a:gd name="T71" fmla="*/ 0 h 168"/>
              <a:gd name="T72" fmla="*/ 159 w 200"/>
              <a:gd name="T73" fmla="*/ 0 h 168"/>
              <a:gd name="T74" fmla="*/ 159 w 200"/>
              <a:gd name="T75" fmla="*/ 0 h 168"/>
              <a:gd name="T76" fmla="*/ 147 w 200"/>
              <a:gd name="T77" fmla="*/ 97 h 168"/>
              <a:gd name="T78" fmla="*/ 161 w 200"/>
              <a:gd name="T79" fmla="*/ 29 h 168"/>
              <a:gd name="T80" fmla="*/ 52 w 200"/>
              <a:gd name="T81" fmla="*/ 15 h 168"/>
              <a:gd name="T82" fmla="*/ 38 w 200"/>
              <a:gd name="T83" fmla="*/ 82 h 168"/>
              <a:gd name="T84" fmla="*/ 61 w 200"/>
              <a:gd name="T85" fmla="*/ 97 h 168"/>
              <a:gd name="T86" fmla="*/ 78 w 200"/>
              <a:gd name="T87" fmla="*/ 78 h 168"/>
              <a:gd name="T88" fmla="*/ 100 w 200"/>
              <a:gd name="T89" fmla="*/ 85 h 168"/>
              <a:gd name="T90" fmla="*/ 122 w 200"/>
              <a:gd name="T91" fmla="*/ 78 h 168"/>
              <a:gd name="T92" fmla="*/ 139 w 200"/>
              <a:gd name="T93" fmla="*/ 97 h 168"/>
              <a:gd name="T94" fmla="*/ 29 w 200"/>
              <a:gd name="T95" fmla="*/ 119 h 168"/>
              <a:gd name="T96" fmla="*/ 3 w 200"/>
              <a:gd name="T97" fmla="*/ 157 h 168"/>
              <a:gd name="T98" fmla="*/ 192 w 200"/>
              <a:gd name="T99" fmla="*/ 168 h 168"/>
              <a:gd name="T100" fmla="*/ 179 w 200"/>
              <a:gd name="T101" fmla="*/ 127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00" h="168">
                <a:moveTo>
                  <a:pt x="100" y="21"/>
                </a:moveTo>
                <a:cubicBezTo>
                  <a:pt x="110" y="21"/>
                  <a:pt x="119" y="28"/>
                  <a:pt x="119" y="42"/>
                </a:cubicBezTo>
                <a:cubicBezTo>
                  <a:pt x="119" y="56"/>
                  <a:pt x="110" y="70"/>
                  <a:pt x="100" y="70"/>
                </a:cubicBezTo>
                <a:cubicBezTo>
                  <a:pt x="90" y="70"/>
                  <a:pt x="81" y="56"/>
                  <a:pt x="81" y="42"/>
                </a:cubicBezTo>
                <a:cubicBezTo>
                  <a:pt x="81" y="28"/>
                  <a:pt x="90" y="21"/>
                  <a:pt x="100" y="21"/>
                </a:cubicBezTo>
                <a:close/>
                <a:moveTo>
                  <a:pt x="159" y="0"/>
                </a:moveTo>
                <a:cubicBezTo>
                  <a:pt x="41" y="0"/>
                  <a:pt x="41" y="0"/>
                  <a:pt x="41" y="0"/>
                </a:cubicBezTo>
                <a:cubicBezTo>
                  <a:pt x="41" y="0"/>
                  <a:pt x="41" y="0"/>
                  <a:pt x="41" y="0"/>
                </a:cubicBezTo>
                <a:cubicBezTo>
                  <a:pt x="41" y="0"/>
                  <a:pt x="41" y="0"/>
                  <a:pt x="41" y="0"/>
                </a:cubicBezTo>
                <a:cubicBezTo>
                  <a:pt x="40" y="0"/>
                  <a:pt x="40" y="0"/>
                  <a:pt x="40" y="0"/>
                </a:cubicBezTo>
                <a:cubicBezTo>
                  <a:pt x="40" y="0"/>
                  <a:pt x="40" y="0"/>
                  <a:pt x="40" y="0"/>
                </a:cubicBezTo>
                <a:cubicBezTo>
                  <a:pt x="40" y="0"/>
                  <a:pt x="40" y="0"/>
                  <a:pt x="40" y="0"/>
                </a:cubicBezTo>
                <a:cubicBezTo>
                  <a:pt x="40" y="0"/>
                  <a:pt x="40" y="0"/>
                  <a:pt x="40" y="0"/>
                </a:cubicBezTo>
                <a:cubicBezTo>
                  <a:pt x="39" y="0"/>
                  <a:pt x="39" y="0"/>
                  <a:pt x="39" y="0"/>
                </a:cubicBezTo>
                <a:cubicBezTo>
                  <a:pt x="39" y="0"/>
                  <a:pt x="39" y="0"/>
                  <a:pt x="39" y="0"/>
                </a:cubicBezTo>
                <a:cubicBezTo>
                  <a:pt x="39" y="0"/>
                  <a:pt x="39" y="0"/>
                  <a:pt x="39" y="0"/>
                </a:cubicBezTo>
                <a:cubicBezTo>
                  <a:pt x="30" y="1"/>
                  <a:pt x="24" y="7"/>
                  <a:pt x="23" y="15"/>
                </a:cubicBezTo>
                <a:cubicBezTo>
                  <a:pt x="23" y="15"/>
                  <a:pt x="23" y="15"/>
                  <a:pt x="23" y="15"/>
                </a:cubicBezTo>
                <a:cubicBezTo>
                  <a:pt x="23" y="16"/>
                  <a:pt x="23" y="16"/>
                  <a:pt x="23" y="16"/>
                </a:cubicBezTo>
                <a:cubicBezTo>
                  <a:pt x="23" y="16"/>
                  <a:pt x="23" y="16"/>
                  <a:pt x="23" y="16"/>
                </a:cubicBezTo>
                <a:cubicBezTo>
                  <a:pt x="23" y="16"/>
                  <a:pt x="23" y="16"/>
                  <a:pt x="23" y="16"/>
                </a:cubicBezTo>
                <a:cubicBezTo>
                  <a:pt x="23" y="16"/>
                  <a:pt x="23" y="16"/>
                  <a:pt x="23" y="16"/>
                </a:cubicBezTo>
                <a:cubicBezTo>
                  <a:pt x="23" y="17"/>
                  <a:pt x="23" y="17"/>
                  <a:pt x="23" y="17"/>
                </a:cubicBezTo>
                <a:cubicBezTo>
                  <a:pt x="23" y="17"/>
                  <a:pt x="23" y="17"/>
                  <a:pt x="23" y="17"/>
                </a:cubicBezTo>
                <a:cubicBezTo>
                  <a:pt x="23" y="17"/>
                  <a:pt x="23" y="17"/>
                  <a:pt x="23" y="17"/>
                </a:cubicBezTo>
                <a:cubicBezTo>
                  <a:pt x="23" y="18"/>
                  <a:pt x="23" y="18"/>
                  <a:pt x="23" y="18"/>
                </a:cubicBezTo>
                <a:cubicBezTo>
                  <a:pt x="23" y="18"/>
                  <a:pt x="23" y="18"/>
                  <a:pt x="23" y="18"/>
                </a:cubicBezTo>
                <a:cubicBezTo>
                  <a:pt x="23" y="19"/>
                  <a:pt x="23" y="19"/>
                  <a:pt x="23" y="19"/>
                </a:cubicBezTo>
                <a:cubicBezTo>
                  <a:pt x="23" y="19"/>
                  <a:pt x="23" y="19"/>
                  <a:pt x="23" y="19"/>
                </a:cubicBezTo>
                <a:cubicBezTo>
                  <a:pt x="23" y="93"/>
                  <a:pt x="23" y="93"/>
                  <a:pt x="23" y="93"/>
                </a:cubicBezTo>
                <a:cubicBezTo>
                  <a:pt x="23" y="94"/>
                  <a:pt x="23" y="94"/>
                  <a:pt x="23" y="95"/>
                </a:cubicBezTo>
                <a:cubicBezTo>
                  <a:pt x="23" y="95"/>
                  <a:pt x="23" y="95"/>
                  <a:pt x="23" y="95"/>
                </a:cubicBezTo>
                <a:cubicBezTo>
                  <a:pt x="23" y="95"/>
                  <a:pt x="23" y="95"/>
                  <a:pt x="23" y="95"/>
                </a:cubicBezTo>
                <a:cubicBezTo>
                  <a:pt x="23" y="96"/>
                  <a:pt x="23" y="96"/>
                  <a:pt x="23" y="96"/>
                </a:cubicBezTo>
                <a:cubicBezTo>
                  <a:pt x="23" y="96"/>
                  <a:pt x="23" y="96"/>
                  <a:pt x="23" y="96"/>
                </a:cubicBezTo>
                <a:cubicBezTo>
                  <a:pt x="23" y="96"/>
                  <a:pt x="23" y="96"/>
                  <a:pt x="23" y="96"/>
                </a:cubicBezTo>
                <a:cubicBezTo>
                  <a:pt x="23" y="96"/>
                  <a:pt x="23" y="96"/>
                  <a:pt x="23" y="96"/>
                </a:cubicBezTo>
                <a:cubicBezTo>
                  <a:pt x="23" y="97"/>
                  <a:pt x="23" y="97"/>
                  <a:pt x="23" y="97"/>
                </a:cubicBezTo>
                <a:cubicBezTo>
                  <a:pt x="23" y="97"/>
                  <a:pt x="23" y="97"/>
                  <a:pt x="23" y="97"/>
                </a:cubicBezTo>
                <a:cubicBezTo>
                  <a:pt x="24" y="105"/>
                  <a:pt x="30" y="111"/>
                  <a:pt x="39" y="111"/>
                </a:cubicBezTo>
                <a:cubicBezTo>
                  <a:pt x="39" y="112"/>
                  <a:pt x="39" y="112"/>
                  <a:pt x="39" y="112"/>
                </a:cubicBezTo>
                <a:cubicBezTo>
                  <a:pt x="39" y="112"/>
                  <a:pt x="39" y="112"/>
                  <a:pt x="39" y="112"/>
                </a:cubicBezTo>
                <a:cubicBezTo>
                  <a:pt x="40" y="112"/>
                  <a:pt x="40" y="112"/>
                  <a:pt x="40" y="112"/>
                </a:cubicBezTo>
                <a:cubicBezTo>
                  <a:pt x="40" y="112"/>
                  <a:pt x="40" y="112"/>
                  <a:pt x="40" y="112"/>
                </a:cubicBezTo>
                <a:cubicBezTo>
                  <a:pt x="40" y="112"/>
                  <a:pt x="40" y="112"/>
                  <a:pt x="40" y="112"/>
                </a:cubicBezTo>
                <a:cubicBezTo>
                  <a:pt x="40" y="112"/>
                  <a:pt x="40" y="112"/>
                  <a:pt x="40" y="112"/>
                </a:cubicBezTo>
                <a:cubicBezTo>
                  <a:pt x="41" y="112"/>
                  <a:pt x="41" y="112"/>
                  <a:pt x="41" y="112"/>
                </a:cubicBezTo>
                <a:cubicBezTo>
                  <a:pt x="41" y="112"/>
                  <a:pt x="41" y="112"/>
                  <a:pt x="41" y="112"/>
                </a:cubicBezTo>
                <a:cubicBezTo>
                  <a:pt x="41" y="112"/>
                  <a:pt x="41" y="112"/>
                  <a:pt x="41" y="112"/>
                </a:cubicBezTo>
                <a:cubicBezTo>
                  <a:pt x="95" y="112"/>
                  <a:pt x="95" y="112"/>
                  <a:pt x="95" y="112"/>
                </a:cubicBezTo>
                <a:cubicBezTo>
                  <a:pt x="99" y="112"/>
                  <a:pt x="102" y="112"/>
                  <a:pt x="105" y="112"/>
                </a:cubicBezTo>
                <a:cubicBezTo>
                  <a:pt x="159" y="112"/>
                  <a:pt x="159" y="112"/>
                  <a:pt x="159" y="112"/>
                </a:cubicBezTo>
                <a:cubicBezTo>
                  <a:pt x="159" y="112"/>
                  <a:pt x="159" y="112"/>
                  <a:pt x="159" y="112"/>
                </a:cubicBezTo>
                <a:cubicBezTo>
                  <a:pt x="159" y="112"/>
                  <a:pt x="159" y="112"/>
                  <a:pt x="159" y="112"/>
                </a:cubicBezTo>
                <a:cubicBezTo>
                  <a:pt x="160" y="112"/>
                  <a:pt x="160" y="112"/>
                  <a:pt x="160" y="112"/>
                </a:cubicBezTo>
                <a:cubicBezTo>
                  <a:pt x="160" y="112"/>
                  <a:pt x="160" y="112"/>
                  <a:pt x="160" y="112"/>
                </a:cubicBezTo>
                <a:cubicBezTo>
                  <a:pt x="160" y="112"/>
                  <a:pt x="160" y="112"/>
                  <a:pt x="160" y="112"/>
                </a:cubicBezTo>
                <a:cubicBezTo>
                  <a:pt x="160" y="112"/>
                  <a:pt x="160" y="112"/>
                  <a:pt x="160" y="112"/>
                </a:cubicBezTo>
                <a:cubicBezTo>
                  <a:pt x="161" y="112"/>
                  <a:pt x="161" y="112"/>
                  <a:pt x="161" y="112"/>
                </a:cubicBezTo>
                <a:cubicBezTo>
                  <a:pt x="161" y="112"/>
                  <a:pt x="161" y="112"/>
                  <a:pt x="161" y="112"/>
                </a:cubicBezTo>
                <a:cubicBezTo>
                  <a:pt x="161" y="111"/>
                  <a:pt x="161" y="111"/>
                  <a:pt x="161" y="111"/>
                </a:cubicBezTo>
                <a:cubicBezTo>
                  <a:pt x="170" y="110"/>
                  <a:pt x="176" y="104"/>
                  <a:pt x="177" y="95"/>
                </a:cubicBezTo>
                <a:cubicBezTo>
                  <a:pt x="177" y="94"/>
                  <a:pt x="177" y="94"/>
                  <a:pt x="177" y="94"/>
                </a:cubicBezTo>
                <a:cubicBezTo>
                  <a:pt x="177" y="19"/>
                  <a:pt x="177" y="19"/>
                  <a:pt x="177" y="19"/>
                </a:cubicBezTo>
                <a:cubicBezTo>
                  <a:pt x="177" y="18"/>
                  <a:pt x="177" y="18"/>
                  <a:pt x="177" y="18"/>
                </a:cubicBezTo>
                <a:cubicBezTo>
                  <a:pt x="177" y="17"/>
                  <a:pt x="177" y="17"/>
                  <a:pt x="177" y="17"/>
                </a:cubicBezTo>
                <a:cubicBezTo>
                  <a:pt x="176" y="8"/>
                  <a:pt x="170" y="1"/>
                  <a:pt x="161" y="0"/>
                </a:cubicBezTo>
                <a:cubicBezTo>
                  <a:pt x="161" y="0"/>
                  <a:pt x="161" y="0"/>
                  <a:pt x="161" y="0"/>
                </a:cubicBezTo>
                <a:cubicBezTo>
                  <a:pt x="161" y="0"/>
                  <a:pt x="161" y="0"/>
                  <a:pt x="161" y="0"/>
                </a:cubicBezTo>
                <a:cubicBezTo>
                  <a:pt x="160" y="0"/>
                  <a:pt x="160" y="0"/>
                  <a:pt x="160" y="0"/>
                </a:cubicBezTo>
                <a:cubicBezTo>
                  <a:pt x="160" y="0"/>
                  <a:pt x="160" y="0"/>
                  <a:pt x="160" y="0"/>
                </a:cubicBezTo>
                <a:cubicBezTo>
                  <a:pt x="160" y="0"/>
                  <a:pt x="160" y="0"/>
                  <a:pt x="160" y="0"/>
                </a:cubicBezTo>
                <a:cubicBezTo>
                  <a:pt x="160" y="0"/>
                  <a:pt x="160" y="0"/>
                  <a:pt x="160" y="0"/>
                </a:cubicBezTo>
                <a:cubicBezTo>
                  <a:pt x="159" y="0"/>
                  <a:pt x="159" y="0"/>
                  <a:pt x="159" y="0"/>
                </a:cubicBezTo>
                <a:cubicBezTo>
                  <a:pt x="159" y="0"/>
                  <a:pt x="159" y="0"/>
                  <a:pt x="159" y="0"/>
                </a:cubicBezTo>
                <a:cubicBezTo>
                  <a:pt x="159" y="0"/>
                  <a:pt x="159" y="0"/>
                  <a:pt x="159" y="0"/>
                </a:cubicBezTo>
                <a:close/>
                <a:moveTo>
                  <a:pt x="139" y="97"/>
                </a:moveTo>
                <a:cubicBezTo>
                  <a:pt x="147" y="97"/>
                  <a:pt x="147" y="97"/>
                  <a:pt x="147" y="97"/>
                </a:cubicBezTo>
                <a:cubicBezTo>
                  <a:pt x="156" y="97"/>
                  <a:pt x="161" y="92"/>
                  <a:pt x="161" y="82"/>
                </a:cubicBezTo>
                <a:cubicBezTo>
                  <a:pt x="161" y="29"/>
                  <a:pt x="161" y="29"/>
                  <a:pt x="161" y="29"/>
                </a:cubicBezTo>
                <a:cubicBezTo>
                  <a:pt x="161" y="20"/>
                  <a:pt x="156" y="15"/>
                  <a:pt x="147" y="15"/>
                </a:cubicBezTo>
                <a:cubicBezTo>
                  <a:pt x="52" y="15"/>
                  <a:pt x="52" y="15"/>
                  <a:pt x="52" y="15"/>
                </a:cubicBezTo>
                <a:cubicBezTo>
                  <a:pt x="42" y="15"/>
                  <a:pt x="38" y="20"/>
                  <a:pt x="38" y="29"/>
                </a:cubicBezTo>
                <a:cubicBezTo>
                  <a:pt x="38" y="82"/>
                  <a:pt x="38" y="82"/>
                  <a:pt x="38" y="82"/>
                </a:cubicBezTo>
                <a:cubicBezTo>
                  <a:pt x="38" y="92"/>
                  <a:pt x="42" y="97"/>
                  <a:pt x="52" y="97"/>
                </a:cubicBezTo>
                <a:cubicBezTo>
                  <a:pt x="61" y="97"/>
                  <a:pt x="61" y="97"/>
                  <a:pt x="61" y="97"/>
                </a:cubicBezTo>
                <a:cubicBezTo>
                  <a:pt x="61" y="95"/>
                  <a:pt x="61" y="95"/>
                  <a:pt x="61" y="95"/>
                </a:cubicBezTo>
                <a:cubicBezTo>
                  <a:pt x="61" y="85"/>
                  <a:pt x="69" y="81"/>
                  <a:pt x="78" y="78"/>
                </a:cubicBezTo>
                <a:cubicBezTo>
                  <a:pt x="81" y="76"/>
                  <a:pt x="83" y="75"/>
                  <a:pt x="87" y="75"/>
                </a:cubicBezTo>
                <a:cubicBezTo>
                  <a:pt x="91" y="74"/>
                  <a:pt x="92" y="85"/>
                  <a:pt x="100" y="85"/>
                </a:cubicBezTo>
                <a:cubicBezTo>
                  <a:pt x="109" y="85"/>
                  <a:pt x="109" y="74"/>
                  <a:pt x="113" y="75"/>
                </a:cubicBezTo>
                <a:cubicBezTo>
                  <a:pt x="117" y="75"/>
                  <a:pt x="119" y="76"/>
                  <a:pt x="122" y="78"/>
                </a:cubicBezTo>
                <a:cubicBezTo>
                  <a:pt x="131" y="82"/>
                  <a:pt x="139" y="85"/>
                  <a:pt x="139" y="95"/>
                </a:cubicBezTo>
                <a:cubicBezTo>
                  <a:pt x="139" y="97"/>
                  <a:pt x="139" y="97"/>
                  <a:pt x="139" y="97"/>
                </a:cubicBezTo>
                <a:close/>
                <a:moveTo>
                  <a:pt x="171" y="119"/>
                </a:moveTo>
                <a:cubicBezTo>
                  <a:pt x="29" y="119"/>
                  <a:pt x="29" y="119"/>
                  <a:pt x="29" y="119"/>
                </a:cubicBezTo>
                <a:cubicBezTo>
                  <a:pt x="25" y="119"/>
                  <a:pt x="24" y="124"/>
                  <a:pt x="21" y="127"/>
                </a:cubicBezTo>
                <a:cubicBezTo>
                  <a:pt x="3" y="157"/>
                  <a:pt x="3" y="157"/>
                  <a:pt x="3" y="157"/>
                </a:cubicBezTo>
                <a:cubicBezTo>
                  <a:pt x="0" y="161"/>
                  <a:pt x="4" y="168"/>
                  <a:pt x="8" y="168"/>
                </a:cubicBezTo>
                <a:cubicBezTo>
                  <a:pt x="192" y="168"/>
                  <a:pt x="192" y="168"/>
                  <a:pt x="192" y="168"/>
                </a:cubicBezTo>
                <a:cubicBezTo>
                  <a:pt x="196" y="168"/>
                  <a:pt x="200" y="161"/>
                  <a:pt x="197" y="157"/>
                </a:cubicBezTo>
                <a:cubicBezTo>
                  <a:pt x="179" y="127"/>
                  <a:pt x="179" y="127"/>
                  <a:pt x="179" y="127"/>
                </a:cubicBezTo>
                <a:cubicBezTo>
                  <a:pt x="176" y="124"/>
                  <a:pt x="175" y="119"/>
                  <a:pt x="171" y="11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10" name="文本框 9">
            <a:extLst>
              <a:ext uri="{FF2B5EF4-FFF2-40B4-BE49-F238E27FC236}">
                <a16:creationId xmlns:a16="http://schemas.microsoft.com/office/drawing/2014/main" id="{76FBCF99-37A8-51CC-CA20-3FE7EE8F2330}"/>
              </a:ext>
            </a:extLst>
          </p:cNvPr>
          <p:cNvSpPr txBox="1"/>
          <p:nvPr/>
        </p:nvSpPr>
        <p:spPr>
          <a:xfrm>
            <a:off x="5766039" y="2932417"/>
            <a:ext cx="902811" cy="307777"/>
          </a:xfrm>
          <a:prstGeom prst="rect">
            <a:avLst/>
          </a:prstGeom>
          <a:noFill/>
        </p:spPr>
        <p:txBody>
          <a:bodyPr wrap="none" rtlCol="0">
            <a:spAutoFit/>
          </a:bodyPr>
          <a:lstStyle/>
          <a:p>
            <a:r>
              <a:rPr kumimoji="1" lang="zh-CN" altLang="en-US" sz="1400" dirty="0">
                <a:solidFill>
                  <a:schemeClr val="bg1"/>
                </a:solidFill>
                <a:latin typeface="+mj-ea"/>
                <a:ea typeface="+mj-ea"/>
              </a:rPr>
              <a:t>项目方案</a:t>
            </a:r>
          </a:p>
        </p:txBody>
      </p:sp>
      <p:sp>
        <p:nvSpPr>
          <p:cNvPr id="11" name="文本框 10">
            <a:extLst>
              <a:ext uri="{FF2B5EF4-FFF2-40B4-BE49-F238E27FC236}">
                <a16:creationId xmlns:a16="http://schemas.microsoft.com/office/drawing/2014/main" id="{70C147DE-E0DB-4A9B-7EEA-45AD4E26D862}"/>
              </a:ext>
            </a:extLst>
          </p:cNvPr>
          <p:cNvSpPr txBox="1"/>
          <p:nvPr/>
        </p:nvSpPr>
        <p:spPr>
          <a:xfrm rot="18022043">
            <a:off x="5130427" y="2443882"/>
            <a:ext cx="748923" cy="261610"/>
          </a:xfrm>
          <a:prstGeom prst="rect">
            <a:avLst/>
          </a:prstGeom>
          <a:noFill/>
        </p:spPr>
        <p:txBody>
          <a:bodyPr wrap="none" rtlCol="0">
            <a:spAutoFit/>
          </a:bodyPr>
          <a:lstStyle/>
          <a:p>
            <a:r>
              <a:rPr kumimoji="1" lang="zh-CN" altLang="en-US" sz="1100" dirty="0">
                <a:solidFill>
                  <a:schemeClr val="tx1">
                    <a:lumMod val="75000"/>
                    <a:lumOff val="25000"/>
                  </a:schemeClr>
                </a:solidFill>
              </a:rPr>
              <a:t>综合介绍</a:t>
            </a:r>
          </a:p>
        </p:txBody>
      </p:sp>
      <p:sp>
        <p:nvSpPr>
          <p:cNvPr id="12" name="文本框 11">
            <a:extLst>
              <a:ext uri="{FF2B5EF4-FFF2-40B4-BE49-F238E27FC236}">
                <a16:creationId xmlns:a16="http://schemas.microsoft.com/office/drawing/2014/main" id="{5B5D9F27-BBD0-4E85-41A2-0409FCFEB89B}"/>
              </a:ext>
            </a:extLst>
          </p:cNvPr>
          <p:cNvSpPr txBox="1"/>
          <p:nvPr/>
        </p:nvSpPr>
        <p:spPr>
          <a:xfrm rot="3577957" flipH="1">
            <a:off x="6478778" y="2443882"/>
            <a:ext cx="748923" cy="261610"/>
          </a:xfrm>
          <a:prstGeom prst="rect">
            <a:avLst/>
          </a:prstGeom>
          <a:noFill/>
        </p:spPr>
        <p:txBody>
          <a:bodyPr wrap="none" rtlCol="0">
            <a:spAutoFit/>
          </a:bodyPr>
          <a:lstStyle/>
          <a:p>
            <a:r>
              <a:rPr kumimoji="1" lang="zh-CN" altLang="en-US" sz="1100" dirty="0">
                <a:solidFill>
                  <a:schemeClr val="tx1">
                    <a:lumMod val="75000"/>
                    <a:lumOff val="25000"/>
                  </a:schemeClr>
                </a:solidFill>
              </a:rPr>
              <a:t>运营方案</a:t>
            </a:r>
          </a:p>
        </p:txBody>
      </p:sp>
      <p:sp>
        <p:nvSpPr>
          <p:cNvPr id="13" name="文本框 12">
            <a:extLst>
              <a:ext uri="{FF2B5EF4-FFF2-40B4-BE49-F238E27FC236}">
                <a16:creationId xmlns:a16="http://schemas.microsoft.com/office/drawing/2014/main" id="{FA6D7EE7-E741-31E3-0582-62EEEB5E9AD4}"/>
              </a:ext>
            </a:extLst>
          </p:cNvPr>
          <p:cNvSpPr txBox="1"/>
          <p:nvPr/>
        </p:nvSpPr>
        <p:spPr>
          <a:xfrm flipH="1">
            <a:off x="5842982" y="3521440"/>
            <a:ext cx="748923" cy="261610"/>
          </a:xfrm>
          <a:prstGeom prst="rect">
            <a:avLst/>
          </a:prstGeom>
          <a:noFill/>
        </p:spPr>
        <p:txBody>
          <a:bodyPr wrap="none" rtlCol="0">
            <a:spAutoFit/>
          </a:bodyPr>
          <a:lstStyle/>
          <a:p>
            <a:r>
              <a:rPr kumimoji="1" lang="zh-CN" altLang="en-US" sz="1100" dirty="0">
                <a:solidFill>
                  <a:schemeClr val="tx1">
                    <a:lumMod val="75000"/>
                    <a:lumOff val="25000"/>
                  </a:schemeClr>
                </a:solidFill>
              </a:rPr>
              <a:t>市场调研</a:t>
            </a:r>
          </a:p>
        </p:txBody>
      </p:sp>
      <p:sp>
        <p:nvSpPr>
          <p:cNvPr id="14" name="椭圆 13">
            <a:extLst>
              <a:ext uri="{FF2B5EF4-FFF2-40B4-BE49-F238E27FC236}">
                <a16:creationId xmlns:a16="http://schemas.microsoft.com/office/drawing/2014/main" id="{05ECCC87-47F3-0597-BA7B-7B3D7774F3BC}"/>
              </a:ext>
            </a:extLst>
          </p:cNvPr>
          <p:cNvSpPr/>
          <p:nvPr/>
        </p:nvSpPr>
        <p:spPr>
          <a:xfrm>
            <a:off x="7290509" y="1686753"/>
            <a:ext cx="514350" cy="514350"/>
          </a:xfrm>
          <a:prstGeom prst="ellipse">
            <a:avLst/>
          </a:prstGeom>
          <a:solidFill>
            <a:schemeClr val="bg1"/>
          </a:solidFill>
          <a:ln w="3175">
            <a:solidFill>
              <a:schemeClr val="bg1">
                <a:lumMod val="85000"/>
              </a:schemeClr>
            </a:solidFill>
          </a:ln>
          <a:effectLst>
            <a:outerShdw blurRad="127000" sx="102000" sy="102000" algn="ctr" rotWithShape="0">
              <a:schemeClr val="bg1">
                <a:lumMod val="6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lumMod val="75000"/>
                    <a:lumOff val="25000"/>
                  </a:schemeClr>
                </a:solidFill>
                <a:latin typeface="+mj-ea"/>
                <a:ea typeface="+mj-ea"/>
              </a:rPr>
              <a:t>5</a:t>
            </a:r>
            <a:endParaRPr kumimoji="1" lang="zh-CN" altLang="en-US" sz="1400" dirty="0">
              <a:solidFill>
                <a:schemeClr val="tx1">
                  <a:lumMod val="75000"/>
                  <a:lumOff val="25000"/>
                </a:schemeClr>
              </a:solidFill>
              <a:latin typeface="+mj-ea"/>
              <a:ea typeface="+mj-ea"/>
            </a:endParaRPr>
          </a:p>
        </p:txBody>
      </p:sp>
      <p:sp>
        <p:nvSpPr>
          <p:cNvPr id="15" name="椭圆 14">
            <a:extLst>
              <a:ext uri="{FF2B5EF4-FFF2-40B4-BE49-F238E27FC236}">
                <a16:creationId xmlns:a16="http://schemas.microsoft.com/office/drawing/2014/main" id="{A127635B-31A7-DB7A-147C-B5CC3DAC99C7}"/>
              </a:ext>
            </a:extLst>
          </p:cNvPr>
          <p:cNvSpPr/>
          <p:nvPr/>
        </p:nvSpPr>
        <p:spPr>
          <a:xfrm>
            <a:off x="4491513" y="1686753"/>
            <a:ext cx="514350" cy="514350"/>
          </a:xfrm>
          <a:prstGeom prst="ellipse">
            <a:avLst/>
          </a:prstGeom>
          <a:solidFill>
            <a:schemeClr val="bg1"/>
          </a:solidFill>
          <a:ln w="3175">
            <a:solidFill>
              <a:schemeClr val="bg1">
                <a:lumMod val="85000"/>
              </a:schemeClr>
            </a:solidFill>
          </a:ln>
          <a:effectLst>
            <a:outerShdw blurRad="127000" sx="102000" sy="102000" algn="ctr" rotWithShape="0">
              <a:schemeClr val="bg1">
                <a:lumMod val="6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lumMod val="75000"/>
                    <a:lumOff val="25000"/>
                  </a:schemeClr>
                </a:solidFill>
                <a:latin typeface="+mj-ea"/>
                <a:ea typeface="+mj-ea"/>
              </a:rPr>
              <a:t>1</a:t>
            </a:r>
            <a:endParaRPr kumimoji="1" lang="zh-CN" altLang="en-US" sz="1400" dirty="0">
              <a:solidFill>
                <a:schemeClr val="tx1">
                  <a:lumMod val="75000"/>
                  <a:lumOff val="25000"/>
                </a:schemeClr>
              </a:solidFill>
              <a:latin typeface="+mj-ea"/>
              <a:ea typeface="+mj-ea"/>
            </a:endParaRPr>
          </a:p>
        </p:txBody>
      </p:sp>
      <p:sp>
        <p:nvSpPr>
          <p:cNvPr id="16" name="椭圆 15">
            <a:extLst>
              <a:ext uri="{FF2B5EF4-FFF2-40B4-BE49-F238E27FC236}">
                <a16:creationId xmlns:a16="http://schemas.microsoft.com/office/drawing/2014/main" id="{C0207FE9-AF62-C3F4-6F47-881BFC5C8BDA}"/>
              </a:ext>
            </a:extLst>
          </p:cNvPr>
          <p:cNvSpPr/>
          <p:nvPr/>
        </p:nvSpPr>
        <p:spPr>
          <a:xfrm>
            <a:off x="7453313" y="3328503"/>
            <a:ext cx="514350" cy="514350"/>
          </a:xfrm>
          <a:prstGeom prst="ellipse">
            <a:avLst/>
          </a:prstGeom>
          <a:solidFill>
            <a:schemeClr val="bg1"/>
          </a:solidFill>
          <a:ln w="3175">
            <a:solidFill>
              <a:schemeClr val="bg1">
                <a:lumMod val="85000"/>
              </a:schemeClr>
            </a:solidFill>
          </a:ln>
          <a:effectLst>
            <a:outerShdw blurRad="127000" sx="102000" sy="102000" algn="ctr" rotWithShape="0">
              <a:schemeClr val="bg1">
                <a:lumMod val="6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lumMod val="75000"/>
                    <a:lumOff val="25000"/>
                  </a:schemeClr>
                </a:solidFill>
                <a:latin typeface="+mj-ea"/>
                <a:ea typeface="+mj-ea"/>
              </a:rPr>
              <a:t>4</a:t>
            </a:r>
            <a:endParaRPr kumimoji="1" lang="zh-CN" altLang="en-US" sz="1400" dirty="0">
              <a:solidFill>
                <a:schemeClr val="tx1">
                  <a:lumMod val="75000"/>
                  <a:lumOff val="25000"/>
                </a:schemeClr>
              </a:solidFill>
              <a:latin typeface="+mj-ea"/>
              <a:ea typeface="+mj-ea"/>
            </a:endParaRPr>
          </a:p>
        </p:txBody>
      </p:sp>
      <p:sp>
        <p:nvSpPr>
          <p:cNvPr id="17" name="椭圆 16">
            <a:extLst>
              <a:ext uri="{FF2B5EF4-FFF2-40B4-BE49-F238E27FC236}">
                <a16:creationId xmlns:a16="http://schemas.microsoft.com/office/drawing/2014/main" id="{951E8BE2-BC5E-FA2D-92EC-CD306255B7B8}"/>
              </a:ext>
            </a:extLst>
          </p:cNvPr>
          <p:cNvSpPr/>
          <p:nvPr/>
        </p:nvSpPr>
        <p:spPr>
          <a:xfrm>
            <a:off x="4392379" y="3328503"/>
            <a:ext cx="514350" cy="514350"/>
          </a:xfrm>
          <a:prstGeom prst="ellipse">
            <a:avLst/>
          </a:prstGeom>
          <a:solidFill>
            <a:schemeClr val="bg1"/>
          </a:solidFill>
          <a:ln w="3175">
            <a:solidFill>
              <a:schemeClr val="bg1">
                <a:lumMod val="85000"/>
              </a:schemeClr>
            </a:solidFill>
          </a:ln>
          <a:effectLst>
            <a:outerShdw blurRad="127000" sx="102000" sy="102000" algn="ctr" rotWithShape="0">
              <a:schemeClr val="bg1">
                <a:lumMod val="6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lumMod val="75000"/>
                    <a:lumOff val="25000"/>
                  </a:schemeClr>
                </a:solidFill>
                <a:latin typeface="+mj-ea"/>
                <a:ea typeface="+mj-ea"/>
              </a:rPr>
              <a:t>2</a:t>
            </a:r>
            <a:endParaRPr kumimoji="1" lang="zh-CN" altLang="en-US" sz="1400" dirty="0">
              <a:solidFill>
                <a:schemeClr val="tx1">
                  <a:lumMod val="75000"/>
                  <a:lumOff val="25000"/>
                </a:schemeClr>
              </a:solidFill>
              <a:latin typeface="+mj-ea"/>
              <a:ea typeface="+mj-ea"/>
            </a:endParaRPr>
          </a:p>
        </p:txBody>
      </p:sp>
      <p:sp>
        <p:nvSpPr>
          <p:cNvPr id="18" name="椭圆 17">
            <a:extLst>
              <a:ext uri="{FF2B5EF4-FFF2-40B4-BE49-F238E27FC236}">
                <a16:creationId xmlns:a16="http://schemas.microsoft.com/office/drawing/2014/main" id="{64E68A0F-BBAE-BEF9-2C0B-3DEE16B18845}"/>
              </a:ext>
            </a:extLst>
          </p:cNvPr>
          <p:cNvSpPr/>
          <p:nvPr/>
        </p:nvSpPr>
        <p:spPr>
          <a:xfrm>
            <a:off x="5943598" y="4290911"/>
            <a:ext cx="514350" cy="514350"/>
          </a:xfrm>
          <a:prstGeom prst="ellipse">
            <a:avLst/>
          </a:prstGeom>
          <a:solidFill>
            <a:schemeClr val="bg1"/>
          </a:solidFill>
          <a:ln w="3175">
            <a:solidFill>
              <a:schemeClr val="bg1">
                <a:lumMod val="85000"/>
              </a:schemeClr>
            </a:solidFill>
          </a:ln>
          <a:effectLst>
            <a:outerShdw blurRad="127000" sx="102000" sy="102000" algn="ctr" rotWithShape="0">
              <a:schemeClr val="bg1">
                <a:lumMod val="6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lumMod val="75000"/>
                    <a:lumOff val="25000"/>
                  </a:schemeClr>
                </a:solidFill>
                <a:latin typeface="+mj-ea"/>
                <a:ea typeface="+mj-ea"/>
              </a:rPr>
              <a:t>3</a:t>
            </a:r>
            <a:endParaRPr kumimoji="1" lang="zh-CN" altLang="en-US" sz="1400" dirty="0">
              <a:solidFill>
                <a:schemeClr val="tx1">
                  <a:lumMod val="75000"/>
                  <a:lumOff val="25000"/>
                </a:schemeClr>
              </a:solidFill>
              <a:latin typeface="+mj-ea"/>
              <a:ea typeface="+mj-ea"/>
            </a:endParaRPr>
          </a:p>
        </p:txBody>
      </p:sp>
      <p:sp>
        <p:nvSpPr>
          <p:cNvPr id="19" name="椭圆 18">
            <a:extLst>
              <a:ext uri="{FF2B5EF4-FFF2-40B4-BE49-F238E27FC236}">
                <a16:creationId xmlns:a16="http://schemas.microsoft.com/office/drawing/2014/main" id="{7EA3859A-0E78-A86B-6FF2-563989D0338F}"/>
              </a:ext>
            </a:extLst>
          </p:cNvPr>
          <p:cNvSpPr/>
          <p:nvPr/>
        </p:nvSpPr>
        <p:spPr>
          <a:xfrm>
            <a:off x="8688613" y="1821305"/>
            <a:ext cx="460758" cy="460758"/>
          </a:xfrm>
          <a:prstGeom prst="ellipse">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Freeform 46">
            <a:extLst>
              <a:ext uri="{FF2B5EF4-FFF2-40B4-BE49-F238E27FC236}">
                <a16:creationId xmlns:a16="http://schemas.microsoft.com/office/drawing/2014/main" id="{61ED336D-7DA2-633A-9C7F-7E75874578C8}"/>
              </a:ext>
            </a:extLst>
          </p:cNvPr>
          <p:cNvSpPr>
            <a:spLocks noEditPoints="1"/>
          </p:cNvSpPr>
          <p:nvPr/>
        </p:nvSpPr>
        <p:spPr bwMode="auto">
          <a:xfrm>
            <a:off x="8821611" y="1936728"/>
            <a:ext cx="208721" cy="210206"/>
          </a:xfrm>
          <a:custGeom>
            <a:avLst/>
            <a:gdLst>
              <a:gd name="T0" fmla="*/ 198 w 201"/>
              <a:gd name="T1" fmla="*/ 35 h 202"/>
              <a:gd name="T2" fmla="*/ 188 w 201"/>
              <a:gd name="T3" fmla="*/ 44 h 202"/>
              <a:gd name="T4" fmla="*/ 157 w 201"/>
              <a:gd name="T5" fmla="*/ 13 h 202"/>
              <a:gd name="T6" fmla="*/ 167 w 201"/>
              <a:gd name="T7" fmla="*/ 4 h 202"/>
              <a:gd name="T8" fmla="*/ 179 w 201"/>
              <a:gd name="T9" fmla="*/ 3 h 202"/>
              <a:gd name="T10" fmla="*/ 198 w 201"/>
              <a:gd name="T11" fmla="*/ 23 h 202"/>
              <a:gd name="T12" fmla="*/ 198 w 201"/>
              <a:gd name="T13" fmla="*/ 35 h 202"/>
              <a:gd name="T14" fmla="*/ 115 w 201"/>
              <a:gd name="T15" fmla="*/ 117 h 202"/>
              <a:gd name="T16" fmla="*/ 84 w 201"/>
              <a:gd name="T17" fmla="*/ 86 h 202"/>
              <a:gd name="T18" fmla="*/ 153 w 201"/>
              <a:gd name="T19" fmla="*/ 18 h 202"/>
              <a:gd name="T20" fmla="*/ 184 w 201"/>
              <a:gd name="T21" fmla="*/ 49 h 202"/>
              <a:gd name="T22" fmla="*/ 115 w 201"/>
              <a:gd name="T23" fmla="*/ 117 h 202"/>
              <a:gd name="T24" fmla="*/ 111 w 201"/>
              <a:gd name="T25" fmla="*/ 121 h 202"/>
              <a:gd name="T26" fmla="*/ 67 w 201"/>
              <a:gd name="T27" fmla="*/ 133 h 202"/>
              <a:gd name="T28" fmla="*/ 80 w 201"/>
              <a:gd name="T29" fmla="*/ 90 h 202"/>
              <a:gd name="T30" fmla="*/ 111 w 201"/>
              <a:gd name="T31" fmla="*/ 121 h 202"/>
              <a:gd name="T32" fmla="*/ 39 w 201"/>
              <a:gd name="T33" fmla="*/ 26 h 202"/>
              <a:gd name="T34" fmla="*/ 20 w 201"/>
              <a:gd name="T35" fmla="*/ 45 h 202"/>
              <a:gd name="T36" fmla="*/ 20 w 201"/>
              <a:gd name="T37" fmla="*/ 162 h 202"/>
              <a:gd name="T38" fmla="*/ 39 w 201"/>
              <a:gd name="T39" fmla="*/ 182 h 202"/>
              <a:gd name="T40" fmla="*/ 156 w 201"/>
              <a:gd name="T41" fmla="*/ 182 h 202"/>
              <a:gd name="T42" fmla="*/ 176 w 201"/>
              <a:gd name="T43" fmla="*/ 162 h 202"/>
              <a:gd name="T44" fmla="*/ 176 w 201"/>
              <a:gd name="T45" fmla="*/ 85 h 202"/>
              <a:gd name="T46" fmla="*/ 196 w 201"/>
              <a:gd name="T47" fmla="*/ 66 h 202"/>
              <a:gd name="T48" fmla="*/ 196 w 201"/>
              <a:gd name="T49" fmla="*/ 169 h 202"/>
              <a:gd name="T50" fmla="*/ 163 w 201"/>
              <a:gd name="T51" fmla="*/ 202 h 202"/>
              <a:gd name="T52" fmla="*/ 32 w 201"/>
              <a:gd name="T53" fmla="*/ 202 h 202"/>
              <a:gd name="T54" fmla="*/ 0 w 201"/>
              <a:gd name="T55" fmla="*/ 169 h 202"/>
              <a:gd name="T56" fmla="*/ 0 w 201"/>
              <a:gd name="T57" fmla="*/ 40 h 202"/>
              <a:gd name="T58" fmla="*/ 32 w 201"/>
              <a:gd name="T59" fmla="*/ 6 h 202"/>
              <a:gd name="T60" fmla="*/ 136 w 201"/>
              <a:gd name="T61" fmla="*/ 6 h 202"/>
              <a:gd name="T62" fmla="*/ 116 w 201"/>
              <a:gd name="T63" fmla="*/ 26 h 202"/>
              <a:gd name="T64" fmla="*/ 39 w 201"/>
              <a:gd name="T65" fmla="*/ 26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1" h="202">
                <a:moveTo>
                  <a:pt x="198" y="35"/>
                </a:moveTo>
                <a:cubicBezTo>
                  <a:pt x="188" y="44"/>
                  <a:pt x="188" y="44"/>
                  <a:pt x="188" y="44"/>
                </a:cubicBezTo>
                <a:cubicBezTo>
                  <a:pt x="157" y="13"/>
                  <a:pt x="157" y="13"/>
                  <a:pt x="157" y="13"/>
                </a:cubicBezTo>
                <a:cubicBezTo>
                  <a:pt x="167" y="4"/>
                  <a:pt x="167" y="4"/>
                  <a:pt x="167" y="4"/>
                </a:cubicBezTo>
                <a:cubicBezTo>
                  <a:pt x="170" y="0"/>
                  <a:pt x="175" y="0"/>
                  <a:pt x="179" y="3"/>
                </a:cubicBezTo>
                <a:cubicBezTo>
                  <a:pt x="198" y="23"/>
                  <a:pt x="198" y="23"/>
                  <a:pt x="198" y="23"/>
                </a:cubicBezTo>
                <a:cubicBezTo>
                  <a:pt x="201" y="26"/>
                  <a:pt x="201" y="31"/>
                  <a:pt x="198" y="35"/>
                </a:cubicBezTo>
                <a:close/>
                <a:moveTo>
                  <a:pt x="115" y="117"/>
                </a:moveTo>
                <a:cubicBezTo>
                  <a:pt x="84" y="86"/>
                  <a:pt x="84" y="86"/>
                  <a:pt x="84" y="86"/>
                </a:cubicBezTo>
                <a:cubicBezTo>
                  <a:pt x="153" y="18"/>
                  <a:pt x="153" y="18"/>
                  <a:pt x="153" y="18"/>
                </a:cubicBezTo>
                <a:cubicBezTo>
                  <a:pt x="184" y="49"/>
                  <a:pt x="184" y="49"/>
                  <a:pt x="184" y="49"/>
                </a:cubicBezTo>
                <a:lnTo>
                  <a:pt x="115" y="117"/>
                </a:lnTo>
                <a:close/>
                <a:moveTo>
                  <a:pt x="111" y="121"/>
                </a:moveTo>
                <a:cubicBezTo>
                  <a:pt x="67" y="133"/>
                  <a:pt x="67" y="133"/>
                  <a:pt x="67" y="133"/>
                </a:cubicBezTo>
                <a:cubicBezTo>
                  <a:pt x="80" y="90"/>
                  <a:pt x="80" y="90"/>
                  <a:pt x="80" y="90"/>
                </a:cubicBezTo>
                <a:lnTo>
                  <a:pt x="111" y="121"/>
                </a:lnTo>
                <a:close/>
                <a:moveTo>
                  <a:pt x="39" y="26"/>
                </a:moveTo>
                <a:cubicBezTo>
                  <a:pt x="28" y="26"/>
                  <a:pt x="20" y="34"/>
                  <a:pt x="20" y="45"/>
                </a:cubicBezTo>
                <a:cubicBezTo>
                  <a:pt x="20" y="162"/>
                  <a:pt x="20" y="162"/>
                  <a:pt x="20" y="162"/>
                </a:cubicBezTo>
                <a:cubicBezTo>
                  <a:pt x="20" y="173"/>
                  <a:pt x="28" y="182"/>
                  <a:pt x="39" y="182"/>
                </a:cubicBezTo>
                <a:cubicBezTo>
                  <a:pt x="156" y="182"/>
                  <a:pt x="156" y="182"/>
                  <a:pt x="156" y="182"/>
                </a:cubicBezTo>
                <a:cubicBezTo>
                  <a:pt x="167" y="182"/>
                  <a:pt x="176" y="173"/>
                  <a:pt x="176" y="162"/>
                </a:cubicBezTo>
                <a:cubicBezTo>
                  <a:pt x="176" y="85"/>
                  <a:pt x="176" y="85"/>
                  <a:pt x="176" y="85"/>
                </a:cubicBezTo>
                <a:cubicBezTo>
                  <a:pt x="196" y="66"/>
                  <a:pt x="196" y="66"/>
                  <a:pt x="196" y="66"/>
                </a:cubicBezTo>
                <a:cubicBezTo>
                  <a:pt x="196" y="169"/>
                  <a:pt x="196" y="169"/>
                  <a:pt x="196" y="169"/>
                </a:cubicBezTo>
                <a:cubicBezTo>
                  <a:pt x="196" y="187"/>
                  <a:pt x="181" y="202"/>
                  <a:pt x="163" y="202"/>
                </a:cubicBezTo>
                <a:cubicBezTo>
                  <a:pt x="32" y="202"/>
                  <a:pt x="32" y="202"/>
                  <a:pt x="32" y="202"/>
                </a:cubicBezTo>
                <a:cubicBezTo>
                  <a:pt x="14" y="202"/>
                  <a:pt x="0" y="187"/>
                  <a:pt x="0" y="169"/>
                </a:cubicBezTo>
                <a:cubicBezTo>
                  <a:pt x="0" y="40"/>
                  <a:pt x="0" y="40"/>
                  <a:pt x="0" y="40"/>
                </a:cubicBezTo>
                <a:cubicBezTo>
                  <a:pt x="0" y="22"/>
                  <a:pt x="14" y="6"/>
                  <a:pt x="32" y="6"/>
                </a:cubicBezTo>
                <a:cubicBezTo>
                  <a:pt x="136" y="6"/>
                  <a:pt x="136" y="6"/>
                  <a:pt x="136" y="6"/>
                </a:cubicBezTo>
                <a:cubicBezTo>
                  <a:pt x="116" y="26"/>
                  <a:pt x="116" y="26"/>
                  <a:pt x="116" y="26"/>
                </a:cubicBezTo>
                <a:lnTo>
                  <a:pt x="39"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21" name="文本框 20">
            <a:extLst>
              <a:ext uri="{FF2B5EF4-FFF2-40B4-BE49-F238E27FC236}">
                <a16:creationId xmlns:a16="http://schemas.microsoft.com/office/drawing/2014/main" id="{0FD73F3C-36A4-BCF5-2098-BA6D4F1ED378}"/>
              </a:ext>
            </a:extLst>
          </p:cNvPr>
          <p:cNvSpPr txBox="1"/>
          <p:nvPr/>
        </p:nvSpPr>
        <p:spPr>
          <a:xfrm>
            <a:off x="9168421" y="1909816"/>
            <a:ext cx="1159157"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j-ea"/>
                <a:ea typeface="+mj-ea"/>
              </a:rPr>
              <a:t>标目标题内容</a:t>
            </a:r>
          </a:p>
        </p:txBody>
      </p:sp>
      <p:sp>
        <p:nvSpPr>
          <p:cNvPr id="22" name="文本框 21">
            <a:extLst>
              <a:ext uri="{FF2B5EF4-FFF2-40B4-BE49-F238E27FC236}">
                <a16:creationId xmlns:a16="http://schemas.microsoft.com/office/drawing/2014/main" id="{DF946342-3CBA-4F9D-59D6-BD2298339738}"/>
              </a:ext>
            </a:extLst>
          </p:cNvPr>
          <p:cNvSpPr txBox="1"/>
          <p:nvPr/>
        </p:nvSpPr>
        <p:spPr>
          <a:xfrm>
            <a:off x="8629651" y="2310640"/>
            <a:ext cx="2392576" cy="764376"/>
          </a:xfrm>
          <a:prstGeom prst="rect">
            <a:avLst/>
          </a:prstGeom>
          <a:noFill/>
          <a:effectLst/>
        </p:spPr>
        <p:txBody>
          <a:bodyPr wrap="square" rtlCol="0">
            <a:spAutoFit/>
          </a:bodyPr>
          <a:lstStyle/>
          <a:p>
            <a:pPr>
              <a:lnSpc>
                <a:spcPct val="140000"/>
              </a:lnSpc>
            </a:pPr>
            <a:r>
              <a:rPr lang="zh-CN" altLang="en-US" sz="1100" dirty="0">
                <a:solidFill>
                  <a:schemeClr val="tx1">
                    <a:lumMod val="65000"/>
                    <a:lumOff val="35000"/>
                  </a:schemeClr>
                </a:solidFill>
                <a:latin typeface="+mn-ea"/>
                <a:cs typeface="+mn-ea"/>
                <a:sym typeface="+mn-lt"/>
              </a:rPr>
              <a:t>点击输入简要文字解说，解说文字尽量概括精炼，不用多余的文字修饰简洁精准</a:t>
            </a:r>
            <a:endParaRPr lang="en-US" altLang="zh-CN" sz="1100" dirty="0">
              <a:solidFill>
                <a:schemeClr val="tx1">
                  <a:lumMod val="65000"/>
                  <a:lumOff val="35000"/>
                </a:schemeClr>
              </a:solidFill>
              <a:latin typeface="+mn-ea"/>
              <a:cs typeface="+mn-ea"/>
              <a:sym typeface="+mn-lt"/>
            </a:endParaRPr>
          </a:p>
        </p:txBody>
      </p:sp>
      <p:sp>
        <p:nvSpPr>
          <p:cNvPr id="23" name="椭圆 22">
            <a:extLst>
              <a:ext uri="{FF2B5EF4-FFF2-40B4-BE49-F238E27FC236}">
                <a16:creationId xmlns:a16="http://schemas.microsoft.com/office/drawing/2014/main" id="{FC0DE67B-58E2-7A7E-EF85-E5FFDB2CAE2D}"/>
              </a:ext>
            </a:extLst>
          </p:cNvPr>
          <p:cNvSpPr/>
          <p:nvPr/>
        </p:nvSpPr>
        <p:spPr>
          <a:xfrm>
            <a:off x="8688613" y="3419388"/>
            <a:ext cx="460758" cy="460758"/>
          </a:xfrm>
          <a:prstGeom prst="ellipse">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Freeform 46">
            <a:extLst>
              <a:ext uri="{FF2B5EF4-FFF2-40B4-BE49-F238E27FC236}">
                <a16:creationId xmlns:a16="http://schemas.microsoft.com/office/drawing/2014/main" id="{16E26748-4040-F8E9-82F5-49CC1078D69C}"/>
              </a:ext>
            </a:extLst>
          </p:cNvPr>
          <p:cNvSpPr>
            <a:spLocks noEditPoints="1"/>
          </p:cNvSpPr>
          <p:nvPr/>
        </p:nvSpPr>
        <p:spPr bwMode="auto">
          <a:xfrm>
            <a:off x="8821611" y="3534811"/>
            <a:ext cx="208721" cy="210206"/>
          </a:xfrm>
          <a:custGeom>
            <a:avLst/>
            <a:gdLst>
              <a:gd name="T0" fmla="*/ 198 w 201"/>
              <a:gd name="T1" fmla="*/ 35 h 202"/>
              <a:gd name="T2" fmla="*/ 188 w 201"/>
              <a:gd name="T3" fmla="*/ 44 h 202"/>
              <a:gd name="T4" fmla="*/ 157 w 201"/>
              <a:gd name="T5" fmla="*/ 13 h 202"/>
              <a:gd name="T6" fmla="*/ 167 w 201"/>
              <a:gd name="T7" fmla="*/ 4 h 202"/>
              <a:gd name="T8" fmla="*/ 179 w 201"/>
              <a:gd name="T9" fmla="*/ 3 h 202"/>
              <a:gd name="T10" fmla="*/ 198 w 201"/>
              <a:gd name="T11" fmla="*/ 23 h 202"/>
              <a:gd name="T12" fmla="*/ 198 w 201"/>
              <a:gd name="T13" fmla="*/ 35 h 202"/>
              <a:gd name="T14" fmla="*/ 115 w 201"/>
              <a:gd name="T15" fmla="*/ 117 h 202"/>
              <a:gd name="T16" fmla="*/ 84 w 201"/>
              <a:gd name="T17" fmla="*/ 86 h 202"/>
              <a:gd name="T18" fmla="*/ 153 w 201"/>
              <a:gd name="T19" fmla="*/ 18 h 202"/>
              <a:gd name="T20" fmla="*/ 184 w 201"/>
              <a:gd name="T21" fmla="*/ 49 h 202"/>
              <a:gd name="T22" fmla="*/ 115 w 201"/>
              <a:gd name="T23" fmla="*/ 117 h 202"/>
              <a:gd name="T24" fmla="*/ 111 w 201"/>
              <a:gd name="T25" fmla="*/ 121 h 202"/>
              <a:gd name="T26" fmla="*/ 67 w 201"/>
              <a:gd name="T27" fmla="*/ 133 h 202"/>
              <a:gd name="T28" fmla="*/ 80 w 201"/>
              <a:gd name="T29" fmla="*/ 90 h 202"/>
              <a:gd name="T30" fmla="*/ 111 w 201"/>
              <a:gd name="T31" fmla="*/ 121 h 202"/>
              <a:gd name="T32" fmla="*/ 39 w 201"/>
              <a:gd name="T33" fmla="*/ 26 h 202"/>
              <a:gd name="T34" fmla="*/ 20 w 201"/>
              <a:gd name="T35" fmla="*/ 45 h 202"/>
              <a:gd name="T36" fmla="*/ 20 w 201"/>
              <a:gd name="T37" fmla="*/ 162 h 202"/>
              <a:gd name="T38" fmla="*/ 39 w 201"/>
              <a:gd name="T39" fmla="*/ 182 h 202"/>
              <a:gd name="T40" fmla="*/ 156 w 201"/>
              <a:gd name="T41" fmla="*/ 182 h 202"/>
              <a:gd name="T42" fmla="*/ 176 w 201"/>
              <a:gd name="T43" fmla="*/ 162 h 202"/>
              <a:gd name="T44" fmla="*/ 176 w 201"/>
              <a:gd name="T45" fmla="*/ 85 h 202"/>
              <a:gd name="T46" fmla="*/ 196 w 201"/>
              <a:gd name="T47" fmla="*/ 66 h 202"/>
              <a:gd name="T48" fmla="*/ 196 w 201"/>
              <a:gd name="T49" fmla="*/ 169 h 202"/>
              <a:gd name="T50" fmla="*/ 163 w 201"/>
              <a:gd name="T51" fmla="*/ 202 h 202"/>
              <a:gd name="T52" fmla="*/ 32 w 201"/>
              <a:gd name="T53" fmla="*/ 202 h 202"/>
              <a:gd name="T54" fmla="*/ 0 w 201"/>
              <a:gd name="T55" fmla="*/ 169 h 202"/>
              <a:gd name="T56" fmla="*/ 0 w 201"/>
              <a:gd name="T57" fmla="*/ 40 h 202"/>
              <a:gd name="T58" fmla="*/ 32 w 201"/>
              <a:gd name="T59" fmla="*/ 6 h 202"/>
              <a:gd name="T60" fmla="*/ 136 w 201"/>
              <a:gd name="T61" fmla="*/ 6 h 202"/>
              <a:gd name="T62" fmla="*/ 116 w 201"/>
              <a:gd name="T63" fmla="*/ 26 h 202"/>
              <a:gd name="T64" fmla="*/ 39 w 201"/>
              <a:gd name="T65" fmla="*/ 26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1" h="202">
                <a:moveTo>
                  <a:pt x="198" y="35"/>
                </a:moveTo>
                <a:cubicBezTo>
                  <a:pt x="188" y="44"/>
                  <a:pt x="188" y="44"/>
                  <a:pt x="188" y="44"/>
                </a:cubicBezTo>
                <a:cubicBezTo>
                  <a:pt x="157" y="13"/>
                  <a:pt x="157" y="13"/>
                  <a:pt x="157" y="13"/>
                </a:cubicBezTo>
                <a:cubicBezTo>
                  <a:pt x="167" y="4"/>
                  <a:pt x="167" y="4"/>
                  <a:pt x="167" y="4"/>
                </a:cubicBezTo>
                <a:cubicBezTo>
                  <a:pt x="170" y="0"/>
                  <a:pt x="175" y="0"/>
                  <a:pt x="179" y="3"/>
                </a:cubicBezTo>
                <a:cubicBezTo>
                  <a:pt x="198" y="23"/>
                  <a:pt x="198" y="23"/>
                  <a:pt x="198" y="23"/>
                </a:cubicBezTo>
                <a:cubicBezTo>
                  <a:pt x="201" y="26"/>
                  <a:pt x="201" y="31"/>
                  <a:pt x="198" y="35"/>
                </a:cubicBezTo>
                <a:close/>
                <a:moveTo>
                  <a:pt x="115" y="117"/>
                </a:moveTo>
                <a:cubicBezTo>
                  <a:pt x="84" y="86"/>
                  <a:pt x="84" y="86"/>
                  <a:pt x="84" y="86"/>
                </a:cubicBezTo>
                <a:cubicBezTo>
                  <a:pt x="153" y="18"/>
                  <a:pt x="153" y="18"/>
                  <a:pt x="153" y="18"/>
                </a:cubicBezTo>
                <a:cubicBezTo>
                  <a:pt x="184" y="49"/>
                  <a:pt x="184" y="49"/>
                  <a:pt x="184" y="49"/>
                </a:cubicBezTo>
                <a:lnTo>
                  <a:pt x="115" y="117"/>
                </a:lnTo>
                <a:close/>
                <a:moveTo>
                  <a:pt x="111" y="121"/>
                </a:moveTo>
                <a:cubicBezTo>
                  <a:pt x="67" y="133"/>
                  <a:pt x="67" y="133"/>
                  <a:pt x="67" y="133"/>
                </a:cubicBezTo>
                <a:cubicBezTo>
                  <a:pt x="80" y="90"/>
                  <a:pt x="80" y="90"/>
                  <a:pt x="80" y="90"/>
                </a:cubicBezTo>
                <a:lnTo>
                  <a:pt x="111" y="121"/>
                </a:lnTo>
                <a:close/>
                <a:moveTo>
                  <a:pt x="39" y="26"/>
                </a:moveTo>
                <a:cubicBezTo>
                  <a:pt x="28" y="26"/>
                  <a:pt x="20" y="34"/>
                  <a:pt x="20" y="45"/>
                </a:cubicBezTo>
                <a:cubicBezTo>
                  <a:pt x="20" y="162"/>
                  <a:pt x="20" y="162"/>
                  <a:pt x="20" y="162"/>
                </a:cubicBezTo>
                <a:cubicBezTo>
                  <a:pt x="20" y="173"/>
                  <a:pt x="28" y="182"/>
                  <a:pt x="39" y="182"/>
                </a:cubicBezTo>
                <a:cubicBezTo>
                  <a:pt x="156" y="182"/>
                  <a:pt x="156" y="182"/>
                  <a:pt x="156" y="182"/>
                </a:cubicBezTo>
                <a:cubicBezTo>
                  <a:pt x="167" y="182"/>
                  <a:pt x="176" y="173"/>
                  <a:pt x="176" y="162"/>
                </a:cubicBezTo>
                <a:cubicBezTo>
                  <a:pt x="176" y="85"/>
                  <a:pt x="176" y="85"/>
                  <a:pt x="176" y="85"/>
                </a:cubicBezTo>
                <a:cubicBezTo>
                  <a:pt x="196" y="66"/>
                  <a:pt x="196" y="66"/>
                  <a:pt x="196" y="66"/>
                </a:cubicBezTo>
                <a:cubicBezTo>
                  <a:pt x="196" y="169"/>
                  <a:pt x="196" y="169"/>
                  <a:pt x="196" y="169"/>
                </a:cubicBezTo>
                <a:cubicBezTo>
                  <a:pt x="196" y="187"/>
                  <a:pt x="181" y="202"/>
                  <a:pt x="163" y="202"/>
                </a:cubicBezTo>
                <a:cubicBezTo>
                  <a:pt x="32" y="202"/>
                  <a:pt x="32" y="202"/>
                  <a:pt x="32" y="202"/>
                </a:cubicBezTo>
                <a:cubicBezTo>
                  <a:pt x="14" y="202"/>
                  <a:pt x="0" y="187"/>
                  <a:pt x="0" y="169"/>
                </a:cubicBezTo>
                <a:cubicBezTo>
                  <a:pt x="0" y="40"/>
                  <a:pt x="0" y="40"/>
                  <a:pt x="0" y="40"/>
                </a:cubicBezTo>
                <a:cubicBezTo>
                  <a:pt x="0" y="22"/>
                  <a:pt x="14" y="6"/>
                  <a:pt x="32" y="6"/>
                </a:cubicBezTo>
                <a:cubicBezTo>
                  <a:pt x="136" y="6"/>
                  <a:pt x="136" y="6"/>
                  <a:pt x="136" y="6"/>
                </a:cubicBezTo>
                <a:cubicBezTo>
                  <a:pt x="116" y="26"/>
                  <a:pt x="116" y="26"/>
                  <a:pt x="116" y="26"/>
                </a:cubicBezTo>
                <a:lnTo>
                  <a:pt x="39"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25" name="文本框 24">
            <a:extLst>
              <a:ext uri="{FF2B5EF4-FFF2-40B4-BE49-F238E27FC236}">
                <a16:creationId xmlns:a16="http://schemas.microsoft.com/office/drawing/2014/main" id="{00D5DAD6-CE1B-2FA5-187D-2765911EB3BE}"/>
              </a:ext>
            </a:extLst>
          </p:cNvPr>
          <p:cNvSpPr txBox="1"/>
          <p:nvPr/>
        </p:nvSpPr>
        <p:spPr>
          <a:xfrm>
            <a:off x="9168421" y="3507899"/>
            <a:ext cx="1159157"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j-ea"/>
                <a:ea typeface="+mj-ea"/>
              </a:rPr>
              <a:t>标目标题内容</a:t>
            </a:r>
          </a:p>
        </p:txBody>
      </p:sp>
      <p:sp>
        <p:nvSpPr>
          <p:cNvPr id="26" name="文本框 25">
            <a:extLst>
              <a:ext uri="{FF2B5EF4-FFF2-40B4-BE49-F238E27FC236}">
                <a16:creationId xmlns:a16="http://schemas.microsoft.com/office/drawing/2014/main" id="{7C639EEA-3D99-DCAF-CD5B-244678E95C34}"/>
              </a:ext>
            </a:extLst>
          </p:cNvPr>
          <p:cNvSpPr txBox="1"/>
          <p:nvPr/>
        </p:nvSpPr>
        <p:spPr>
          <a:xfrm>
            <a:off x="8629651" y="3908723"/>
            <a:ext cx="2392576" cy="764376"/>
          </a:xfrm>
          <a:prstGeom prst="rect">
            <a:avLst/>
          </a:prstGeom>
          <a:noFill/>
          <a:effectLst/>
        </p:spPr>
        <p:txBody>
          <a:bodyPr wrap="square" rtlCol="0">
            <a:spAutoFit/>
          </a:bodyPr>
          <a:lstStyle/>
          <a:p>
            <a:pPr>
              <a:lnSpc>
                <a:spcPct val="140000"/>
              </a:lnSpc>
            </a:pPr>
            <a:r>
              <a:rPr lang="zh-CN" altLang="en-US" sz="1100" dirty="0">
                <a:solidFill>
                  <a:schemeClr val="tx1">
                    <a:lumMod val="65000"/>
                    <a:lumOff val="35000"/>
                  </a:schemeClr>
                </a:solidFill>
                <a:latin typeface="+mn-ea"/>
                <a:cs typeface="+mn-ea"/>
                <a:sym typeface="+mn-lt"/>
              </a:rPr>
              <a:t>点击输入简要文字解说，解说文字尽量概括精炼，不用多余的文字修饰简洁精准</a:t>
            </a:r>
            <a:endParaRPr lang="en-US" altLang="zh-CN" sz="1100" dirty="0">
              <a:solidFill>
                <a:schemeClr val="tx1">
                  <a:lumMod val="65000"/>
                  <a:lumOff val="35000"/>
                </a:schemeClr>
              </a:solidFill>
              <a:latin typeface="+mn-ea"/>
              <a:cs typeface="+mn-ea"/>
              <a:sym typeface="+mn-lt"/>
            </a:endParaRPr>
          </a:p>
        </p:txBody>
      </p:sp>
      <p:sp>
        <p:nvSpPr>
          <p:cNvPr id="27" name="椭圆 26">
            <a:extLst>
              <a:ext uri="{FF2B5EF4-FFF2-40B4-BE49-F238E27FC236}">
                <a16:creationId xmlns:a16="http://schemas.microsoft.com/office/drawing/2014/main" id="{0D4A7742-9633-025B-1AD2-B1D3C0048D20}"/>
              </a:ext>
            </a:extLst>
          </p:cNvPr>
          <p:cNvSpPr/>
          <p:nvPr/>
        </p:nvSpPr>
        <p:spPr>
          <a:xfrm>
            <a:off x="3292724" y="1821305"/>
            <a:ext cx="460758" cy="460758"/>
          </a:xfrm>
          <a:prstGeom prst="ellipse">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Freeform 46">
            <a:extLst>
              <a:ext uri="{FF2B5EF4-FFF2-40B4-BE49-F238E27FC236}">
                <a16:creationId xmlns:a16="http://schemas.microsoft.com/office/drawing/2014/main" id="{39F37695-6713-5757-B925-66156297BBEE}"/>
              </a:ext>
            </a:extLst>
          </p:cNvPr>
          <p:cNvSpPr>
            <a:spLocks noEditPoints="1"/>
          </p:cNvSpPr>
          <p:nvPr/>
        </p:nvSpPr>
        <p:spPr bwMode="auto">
          <a:xfrm>
            <a:off x="3425722" y="1936728"/>
            <a:ext cx="208721" cy="210206"/>
          </a:xfrm>
          <a:custGeom>
            <a:avLst/>
            <a:gdLst>
              <a:gd name="T0" fmla="*/ 198 w 201"/>
              <a:gd name="T1" fmla="*/ 35 h 202"/>
              <a:gd name="T2" fmla="*/ 188 w 201"/>
              <a:gd name="T3" fmla="*/ 44 h 202"/>
              <a:gd name="T4" fmla="*/ 157 w 201"/>
              <a:gd name="T5" fmla="*/ 13 h 202"/>
              <a:gd name="T6" fmla="*/ 167 w 201"/>
              <a:gd name="T7" fmla="*/ 4 h 202"/>
              <a:gd name="T8" fmla="*/ 179 w 201"/>
              <a:gd name="T9" fmla="*/ 3 h 202"/>
              <a:gd name="T10" fmla="*/ 198 w 201"/>
              <a:gd name="T11" fmla="*/ 23 h 202"/>
              <a:gd name="T12" fmla="*/ 198 w 201"/>
              <a:gd name="T13" fmla="*/ 35 h 202"/>
              <a:gd name="T14" fmla="*/ 115 w 201"/>
              <a:gd name="T15" fmla="*/ 117 h 202"/>
              <a:gd name="T16" fmla="*/ 84 w 201"/>
              <a:gd name="T17" fmla="*/ 86 h 202"/>
              <a:gd name="T18" fmla="*/ 153 w 201"/>
              <a:gd name="T19" fmla="*/ 18 h 202"/>
              <a:gd name="T20" fmla="*/ 184 w 201"/>
              <a:gd name="T21" fmla="*/ 49 h 202"/>
              <a:gd name="T22" fmla="*/ 115 w 201"/>
              <a:gd name="T23" fmla="*/ 117 h 202"/>
              <a:gd name="T24" fmla="*/ 111 w 201"/>
              <a:gd name="T25" fmla="*/ 121 h 202"/>
              <a:gd name="T26" fmla="*/ 67 w 201"/>
              <a:gd name="T27" fmla="*/ 133 h 202"/>
              <a:gd name="T28" fmla="*/ 80 w 201"/>
              <a:gd name="T29" fmla="*/ 90 h 202"/>
              <a:gd name="T30" fmla="*/ 111 w 201"/>
              <a:gd name="T31" fmla="*/ 121 h 202"/>
              <a:gd name="T32" fmla="*/ 39 w 201"/>
              <a:gd name="T33" fmla="*/ 26 h 202"/>
              <a:gd name="T34" fmla="*/ 20 w 201"/>
              <a:gd name="T35" fmla="*/ 45 h 202"/>
              <a:gd name="T36" fmla="*/ 20 w 201"/>
              <a:gd name="T37" fmla="*/ 162 h 202"/>
              <a:gd name="T38" fmla="*/ 39 w 201"/>
              <a:gd name="T39" fmla="*/ 182 h 202"/>
              <a:gd name="T40" fmla="*/ 156 w 201"/>
              <a:gd name="T41" fmla="*/ 182 h 202"/>
              <a:gd name="T42" fmla="*/ 176 w 201"/>
              <a:gd name="T43" fmla="*/ 162 h 202"/>
              <a:gd name="T44" fmla="*/ 176 w 201"/>
              <a:gd name="T45" fmla="*/ 85 h 202"/>
              <a:gd name="T46" fmla="*/ 196 w 201"/>
              <a:gd name="T47" fmla="*/ 66 h 202"/>
              <a:gd name="T48" fmla="*/ 196 w 201"/>
              <a:gd name="T49" fmla="*/ 169 h 202"/>
              <a:gd name="T50" fmla="*/ 163 w 201"/>
              <a:gd name="T51" fmla="*/ 202 h 202"/>
              <a:gd name="T52" fmla="*/ 32 w 201"/>
              <a:gd name="T53" fmla="*/ 202 h 202"/>
              <a:gd name="T54" fmla="*/ 0 w 201"/>
              <a:gd name="T55" fmla="*/ 169 h 202"/>
              <a:gd name="T56" fmla="*/ 0 w 201"/>
              <a:gd name="T57" fmla="*/ 40 h 202"/>
              <a:gd name="T58" fmla="*/ 32 w 201"/>
              <a:gd name="T59" fmla="*/ 6 h 202"/>
              <a:gd name="T60" fmla="*/ 136 w 201"/>
              <a:gd name="T61" fmla="*/ 6 h 202"/>
              <a:gd name="T62" fmla="*/ 116 w 201"/>
              <a:gd name="T63" fmla="*/ 26 h 202"/>
              <a:gd name="T64" fmla="*/ 39 w 201"/>
              <a:gd name="T65" fmla="*/ 26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1" h="202">
                <a:moveTo>
                  <a:pt x="198" y="35"/>
                </a:moveTo>
                <a:cubicBezTo>
                  <a:pt x="188" y="44"/>
                  <a:pt x="188" y="44"/>
                  <a:pt x="188" y="44"/>
                </a:cubicBezTo>
                <a:cubicBezTo>
                  <a:pt x="157" y="13"/>
                  <a:pt x="157" y="13"/>
                  <a:pt x="157" y="13"/>
                </a:cubicBezTo>
                <a:cubicBezTo>
                  <a:pt x="167" y="4"/>
                  <a:pt x="167" y="4"/>
                  <a:pt x="167" y="4"/>
                </a:cubicBezTo>
                <a:cubicBezTo>
                  <a:pt x="170" y="0"/>
                  <a:pt x="175" y="0"/>
                  <a:pt x="179" y="3"/>
                </a:cubicBezTo>
                <a:cubicBezTo>
                  <a:pt x="198" y="23"/>
                  <a:pt x="198" y="23"/>
                  <a:pt x="198" y="23"/>
                </a:cubicBezTo>
                <a:cubicBezTo>
                  <a:pt x="201" y="26"/>
                  <a:pt x="201" y="31"/>
                  <a:pt x="198" y="35"/>
                </a:cubicBezTo>
                <a:close/>
                <a:moveTo>
                  <a:pt x="115" y="117"/>
                </a:moveTo>
                <a:cubicBezTo>
                  <a:pt x="84" y="86"/>
                  <a:pt x="84" y="86"/>
                  <a:pt x="84" y="86"/>
                </a:cubicBezTo>
                <a:cubicBezTo>
                  <a:pt x="153" y="18"/>
                  <a:pt x="153" y="18"/>
                  <a:pt x="153" y="18"/>
                </a:cubicBezTo>
                <a:cubicBezTo>
                  <a:pt x="184" y="49"/>
                  <a:pt x="184" y="49"/>
                  <a:pt x="184" y="49"/>
                </a:cubicBezTo>
                <a:lnTo>
                  <a:pt x="115" y="117"/>
                </a:lnTo>
                <a:close/>
                <a:moveTo>
                  <a:pt x="111" y="121"/>
                </a:moveTo>
                <a:cubicBezTo>
                  <a:pt x="67" y="133"/>
                  <a:pt x="67" y="133"/>
                  <a:pt x="67" y="133"/>
                </a:cubicBezTo>
                <a:cubicBezTo>
                  <a:pt x="80" y="90"/>
                  <a:pt x="80" y="90"/>
                  <a:pt x="80" y="90"/>
                </a:cubicBezTo>
                <a:lnTo>
                  <a:pt x="111" y="121"/>
                </a:lnTo>
                <a:close/>
                <a:moveTo>
                  <a:pt x="39" y="26"/>
                </a:moveTo>
                <a:cubicBezTo>
                  <a:pt x="28" y="26"/>
                  <a:pt x="20" y="34"/>
                  <a:pt x="20" y="45"/>
                </a:cubicBezTo>
                <a:cubicBezTo>
                  <a:pt x="20" y="162"/>
                  <a:pt x="20" y="162"/>
                  <a:pt x="20" y="162"/>
                </a:cubicBezTo>
                <a:cubicBezTo>
                  <a:pt x="20" y="173"/>
                  <a:pt x="28" y="182"/>
                  <a:pt x="39" y="182"/>
                </a:cubicBezTo>
                <a:cubicBezTo>
                  <a:pt x="156" y="182"/>
                  <a:pt x="156" y="182"/>
                  <a:pt x="156" y="182"/>
                </a:cubicBezTo>
                <a:cubicBezTo>
                  <a:pt x="167" y="182"/>
                  <a:pt x="176" y="173"/>
                  <a:pt x="176" y="162"/>
                </a:cubicBezTo>
                <a:cubicBezTo>
                  <a:pt x="176" y="85"/>
                  <a:pt x="176" y="85"/>
                  <a:pt x="176" y="85"/>
                </a:cubicBezTo>
                <a:cubicBezTo>
                  <a:pt x="196" y="66"/>
                  <a:pt x="196" y="66"/>
                  <a:pt x="196" y="66"/>
                </a:cubicBezTo>
                <a:cubicBezTo>
                  <a:pt x="196" y="169"/>
                  <a:pt x="196" y="169"/>
                  <a:pt x="196" y="169"/>
                </a:cubicBezTo>
                <a:cubicBezTo>
                  <a:pt x="196" y="187"/>
                  <a:pt x="181" y="202"/>
                  <a:pt x="163" y="202"/>
                </a:cubicBezTo>
                <a:cubicBezTo>
                  <a:pt x="32" y="202"/>
                  <a:pt x="32" y="202"/>
                  <a:pt x="32" y="202"/>
                </a:cubicBezTo>
                <a:cubicBezTo>
                  <a:pt x="14" y="202"/>
                  <a:pt x="0" y="187"/>
                  <a:pt x="0" y="169"/>
                </a:cubicBezTo>
                <a:cubicBezTo>
                  <a:pt x="0" y="40"/>
                  <a:pt x="0" y="40"/>
                  <a:pt x="0" y="40"/>
                </a:cubicBezTo>
                <a:cubicBezTo>
                  <a:pt x="0" y="22"/>
                  <a:pt x="14" y="6"/>
                  <a:pt x="32" y="6"/>
                </a:cubicBezTo>
                <a:cubicBezTo>
                  <a:pt x="136" y="6"/>
                  <a:pt x="136" y="6"/>
                  <a:pt x="136" y="6"/>
                </a:cubicBezTo>
                <a:cubicBezTo>
                  <a:pt x="116" y="26"/>
                  <a:pt x="116" y="26"/>
                  <a:pt x="116" y="26"/>
                </a:cubicBezTo>
                <a:lnTo>
                  <a:pt x="39"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29" name="文本框 28">
            <a:extLst>
              <a:ext uri="{FF2B5EF4-FFF2-40B4-BE49-F238E27FC236}">
                <a16:creationId xmlns:a16="http://schemas.microsoft.com/office/drawing/2014/main" id="{3C649053-4275-7390-23D7-78FC8C5F37FB}"/>
              </a:ext>
            </a:extLst>
          </p:cNvPr>
          <p:cNvSpPr txBox="1"/>
          <p:nvPr/>
        </p:nvSpPr>
        <p:spPr>
          <a:xfrm>
            <a:off x="2029664" y="1909816"/>
            <a:ext cx="1159157"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j-ea"/>
                <a:ea typeface="+mj-ea"/>
              </a:rPr>
              <a:t>标目标题内容</a:t>
            </a:r>
          </a:p>
        </p:txBody>
      </p:sp>
      <p:sp>
        <p:nvSpPr>
          <p:cNvPr id="30" name="文本框 29">
            <a:extLst>
              <a:ext uri="{FF2B5EF4-FFF2-40B4-BE49-F238E27FC236}">
                <a16:creationId xmlns:a16="http://schemas.microsoft.com/office/drawing/2014/main" id="{E44BC3A3-5446-BFA7-2611-A4BC617016FF}"/>
              </a:ext>
            </a:extLst>
          </p:cNvPr>
          <p:cNvSpPr txBox="1"/>
          <p:nvPr/>
        </p:nvSpPr>
        <p:spPr>
          <a:xfrm>
            <a:off x="1452794" y="2310640"/>
            <a:ext cx="2392576" cy="764376"/>
          </a:xfrm>
          <a:prstGeom prst="rect">
            <a:avLst/>
          </a:prstGeom>
          <a:noFill/>
          <a:effectLst/>
        </p:spPr>
        <p:txBody>
          <a:bodyPr wrap="square" rtlCol="0">
            <a:spAutoFit/>
          </a:bodyPr>
          <a:lstStyle/>
          <a:p>
            <a:pPr algn="r">
              <a:lnSpc>
                <a:spcPct val="140000"/>
              </a:lnSpc>
            </a:pPr>
            <a:r>
              <a:rPr lang="zh-CN" altLang="en-US" sz="1100" dirty="0">
                <a:solidFill>
                  <a:schemeClr val="tx1">
                    <a:lumMod val="65000"/>
                    <a:lumOff val="35000"/>
                  </a:schemeClr>
                </a:solidFill>
                <a:latin typeface="+mn-ea"/>
                <a:cs typeface="+mn-ea"/>
                <a:sym typeface="+mn-lt"/>
              </a:rPr>
              <a:t>点击输入简要文字解说，解说文字尽量概括精炼，不用多余的文字修饰简洁精准</a:t>
            </a:r>
            <a:endParaRPr lang="en-US" altLang="zh-CN" sz="1100" dirty="0">
              <a:solidFill>
                <a:schemeClr val="tx1">
                  <a:lumMod val="65000"/>
                  <a:lumOff val="35000"/>
                </a:schemeClr>
              </a:solidFill>
              <a:latin typeface="+mn-ea"/>
              <a:cs typeface="+mn-ea"/>
              <a:sym typeface="+mn-lt"/>
            </a:endParaRPr>
          </a:p>
        </p:txBody>
      </p:sp>
      <p:sp>
        <p:nvSpPr>
          <p:cNvPr id="31" name="椭圆 30">
            <a:extLst>
              <a:ext uri="{FF2B5EF4-FFF2-40B4-BE49-F238E27FC236}">
                <a16:creationId xmlns:a16="http://schemas.microsoft.com/office/drawing/2014/main" id="{2FE7AA62-0EBE-32D1-A5B5-C7F384A72476}"/>
              </a:ext>
            </a:extLst>
          </p:cNvPr>
          <p:cNvSpPr/>
          <p:nvPr/>
        </p:nvSpPr>
        <p:spPr>
          <a:xfrm>
            <a:off x="3292724" y="3419388"/>
            <a:ext cx="460758" cy="460758"/>
          </a:xfrm>
          <a:prstGeom prst="ellipse">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Freeform 46">
            <a:extLst>
              <a:ext uri="{FF2B5EF4-FFF2-40B4-BE49-F238E27FC236}">
                <a16:creationId xmlns:a16="http://schemas.microsoft.com/office/drawing/2014/main" id="{C72A8F46-C380-74F9-EB1B-609844780BE5}"/>
              </a:ext>
            </a:extLst>
          </p:cNvPr>
          <p:cNvSpPr>
            <a:spLocks noEditPoints="1"/>
          </p:cNvSpPr>
          <p:nvPr/>
        </p:nvSpPr>
        <p:spPr bwMode="auto">
          <a:xfrm>
            <a:off x="3425722" y="3534811"/>
            <a:ext cx="208721" cy="210206"/>
          </a:xfrm>
          <a:custGeom>
            <a:avLst/>
            <a:gdLst>
              <a:gd name="T0" fmla="*/ 198 w 201"/>
              <a:gd name="T1" fmla="*/ 35 h 202"/>
              <a:gd name="T2" fmla="*/ 188 w 201"/>
              <a:gd name="T3" fmla="*/ 44 h 202"/>
              <a:gd name="T4" fmla="*/ 157 w 201"/>
              <a:gd name="T5" fmla="*/ 13 h 202"/>
              <a:gd name="T6" fmla="*/ 167 w 201"/>
              <a:gd name="T7" fmla="*/ 4 h 202"/>
              <a:gd name="T8" fmla="*/ 179 w 201"/>
              <a:gd name="T9" fmla="*/ 3 h 202"/>
              <a:gd name="T10" fmla="*/ 198 w 201"/>
              <a:gd name="T11" fmla="*/ 23 h 202"/>
              <a:gd name="T12" fmla="*/ 198 w 201"/>
              <a:gd name="T13" fmla="*/ 35 h 202"/>
              <a:gd name="T14" fmla="*/ 115 w 201"/>
              <a:gd name="T15" fmla="*/ 117 h 202"/>
              <a:gd name="T16" fmla="*/ 84 w 201"/>
              <a:gd name="T17" fmla="*/ 86 h 202"/>
              <a:gd name="T18" fmla="*/ 153 w 201"/>
              <a:gd name="T19" fmla="*/ 18 h 202"/>
              <a:gd name="T20" fmla="*/ 184 w 201"/>
              <a:gd name="T21" fmla="*/ 49 h 202"/>
              <a:gd name="T22" fmla="*/ 115 w 201"/>
              <a:gd name="T23" fmla="*/ 117 h 202"/>
              <a:gd name="T24" fmla="*/ 111 w 201"/>
              <a:gd name="T25" fmla="*/ 121 h 202"/>
              <a:gd name="T26" fmla="*/ 67 w 201"/>
              <a:gd name="T27" fmla="*/ 133 h 202"/>
              <a:gd name="T28" fmla="*/ 80 w 201"/>
              <a:gd name="T29" fmla="*/ 90 h 202"/>
              <a:gd name="T30" fmla="*/ 111 w 201"/>
              <a:gd name="T31" fmla="*/ 121 h 202"/>
              <a:gd name="T32" fmla="*/ 39 w 201"/>
              <a:gd name="T33" fmla="*/ 26 h 202"/>
              <a:gd name="T34" fmla="*/ 20 w 201"/>
              <a:gd name="T35" fmla="*/ 45 h 202"/>
              <a:gd name="T36" fmla="*/ 20 w 201"/>
              <a:gd name="T37" fmla="*/ 162 h 202"/>
              <a:gd name="T38" fmla="*/ 39 w 201"/>
              <a:gd name="T39" fmla="*/ 182 h 202"/>
              <a:gd name="T40" fmla="*/ 156 w 201"/>
              <a:gd name="T41" fmla="*/ 182 h 202"/>
              <a:gd name="T42" fmla="*/ 176 w 201"/>
              <a:gd name="T43" fmla="*/ 162 h 202"/>
              <a:gd name="T44" fmla="*/ 176 w 201"/>
              <a:gd name="T45" fmla="*/ 85 h 202"/>
              <a:gd name="T46" fmla="*/ 196 w 201"/>
              <a:gd name="T47" fmla="*/ 66 h 202"/>
              <a:gd name="T48" fmla="*/ 196 w 201"/>
              <a:gd name="T49" fmla="*/ 169 h 202"/>
              <a:gd name="T50" fmla="*/ 163 w 201"/>
              <a:gd name="T51" fmla="*/ 202 h 202"/>
              <a:gd name="T52" fmla="*/ 32 w 201"/>
              <a:gd name="T53" fmla="*/ 202 h 202"/>
              <a:gd name="T54" fmla="*/ 0 w 201"/>
              <a:gd name="T55" fmla="*/ 169 h 202"/>
              <a:gd name="T56" fmla="*/ 0 w 201"/>
              <a:gd name="T57" fmla="*/ 40 h 202"/>
              <a:gd name="T58" fmla="*/ 32 w 201"/>
              <a:gd name="T59" fmla="*/ 6 h 202"/>
              <a:gd name="T60" fmla="*/ 136 w 201"/>
              <a:gd name="T61" fmla="*/ 6 h 202"/>
              <a:gd name="T62" fmla="*/ 116 w 201"/>
              <a:gd name="T63" fmla="*/ 26 h 202"/>
              <a:gd name="T64" fmla="*/ 39 w 201"/>
              <a:gd name="T65" fmla="*/ 26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1" h="202">
                <a:moveTo>
                  <a:pt x="198" y="35"/>
                </a:moveTo>
                <a:cubicBezTo>
                  <a:pt x="188" y="44"/>
                  <a:pt x="188" y="44"/>
                  <a:pt x="188" y="44"/>
                </a:cubicBezTo>
                <a:cubicBezTo>
                  <a:pt x="157" y="13"/>
                  <a:pt x="157" y="13"/>
                  <a:pt x="157" y="13"/>
                </a:cubicBezTo>
                <a:cubicBezTo>
                  <a:pt x="167" y="4"/>
                  <a:pt x="167" y="4"/>
                  <a:pt x="167" y="4"/>
                </a:cubicBezTo>
                <a:cubicBezTo>
                  <a:pt x="170" y="0"/>
                  <a:pt x="175" y="0"/>
                  <a:pt x="179" y="3"/>
                </a:cubicBezTo>
                <a:cubicBezTo>
                  <a:pt x="198" y="23"/>
                  <a:pt x="198" y="23"/>
                  <a:pt x="198" y="23"/>
                </a:cubicBezTo>
                <a:cubicBezTo>
                  <a:pt x="201" y="26"/>
                  <a:pt x="201" y="31"/>
                  <a:pt x="198" y="35"/>
                </a:cubicBezTo>
                <a:close/>
                <a:moveTo>
                  <a:pt x="115" y="117"/>
                </a:moveTo>
                <a:cubicBezTo>
                  <a:pt x="84" y="86"/>
                  <a:pt x="84" y="86"/>
                  <a:pt x="84" y="86"/>
                </a:cubicBezTo>
                <a:cubicBezTo>
                  <a:pt x="153" y="18"/>
                  <a:pt x="153" y="18"/>
                  <a:pt x="153" y="18"/>
                </a:cubicBezTo>
                <a:cubicBezTo>
                  <a:pt x="184" y="49"/>
                  <a:pt x="184" y="49"/>
                  <a:pt x="184" y="49"/>
                </a:cubicBezTo>
                <a:lnTo>
                  <a:pt x="115" y="117"/>
                </a:lnTo>
                <a:close/>
                <a:moveTo>
                  <a:pt x="111" y="121"/>
                </a:moveTo>
                <a:cubicBezTo>
                  <a:pt x="67" y="133"/>
                  <a:pt x="67" y="133"/>
                  <a:pt x="67" y="133"/>
                </a:cubicBezTo>
                <a:cubicBezTo>
                  <a:pt x="80" y="90"/>
                  <a:pt x="80" y="90"/>
                  <a:pt x="80" y="90"/>
                </a:cubicBezTo>
                <a:lnTo>
                  <a:pt x="111" y="121"/>
                </a:lnTo>
                <a:close/>
                <a:moveTo>
                  <a:pt x="39" y="26"/>
                </a:moveTo>
                <a:cubicBezTo>
                  <a:pt x="28" y="26"/>
                  <a:pt x="20" y="34"/>
                  <a:pt x="20" y="45"/>
                </a:cubicBezTo>
                <a:cubicBezTo>
                  <a:pt x="20" y="162"/>
                  <a:pt x="20" y="162"/>
                  <a:pt x="20" y="162"/>
                </a:cubicBezTo>
                <a:cubicBezTo>
                  <a:pt x="20" y="173"/>
                  <a:pt x="28" y="182"/>
                  <a:pt x="39" y="182"/>
                </a:cubicBezTo>
                <a:cubicBezTo>
                  <a:pt x="156" y="182"/>
                  <a:pt x="156" y="182"/>
                  <a:pt x="156" y="182"/>
                </a:cubicBezTo>
                <a:cubicBezTo>
                  <a:pt x="167" y="182"/>
                  <a:pt x="176" y="173"/>
                  <a:pt x="176" y="162"/>
                </a:cubicBezTo>
                <a:cubicBezTo>
                  <a:pt x="176" y="85"/>
                  <a:pt x="176" y="85"/>
                  <a:pt x="176" y="85"/>
                </a:cubicBezTo>
                <a:cubicBezTo>
                  <a:pt x="196" y="66"/>
                  <a:pt x="196" y="66"/>
                  <a:pt x="196" y="66"/>
                </a:cubicBezTo>
                <a:cubicBezTo>
                  <a:pt x="196" y="169"/>
                  <a:pt x="196" y="169"/>
                  <a:pt x="196" y="169"/>
                </a:cubicBezTo>
                <a:cubicBezTo>
                  <a:pt x="196" y="187"/>
                  <a:pt x="181" y="202"/>
                  <a:pt x="163" y="202"/>
                </a:cubicBezTo>
                <a:cubicBezTo>
                  <a:pt x="32" y="202"/>
                  <a:pt x="32" y="202"/>
                  <a:pt x="32" y="202"/>
                </a:cubicBezTo>
                <a:cubicBezTo>
                  <a:pt x="14" y="202"/>
                  <a:pt x="0" y="187"/>
                  <a:pt x="0" y="169"/>
                </a:cubicBezTo>
                <a:cubicBezTo>
                  <a:pt x="0" y="40"/>
                  <a:pt x="0" y="40"/>
                  <a:pt x="0" y="40"/>
                </a:cubicBezTo>
                <a:cubicBezTo>
                  <a:pt x="0" y="22"/>
                  <a:pt x="14" y="6"/>
                  <a:pt x="32" y="6"/>
                </a:cubicBezTo>
                <a:cubicBezTo>
                  <a:pt x="136" y="6"/>
                  <a:pt x="136" y="6"/>
                  <a:pt x="136" y="6"/>
                </a:cubicBezTo>
                <a:cubicBezTo>
                  <a:pt x="116" y="26"/>
                  <a:pt x="116" y="26"/>
                  <a:pt x="116" y="26"/>
                </a:cubicBezTo>
                <a:lnTo>
                  <a:pt x="39" y="26"/>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33" name="文本框 32">
            <a:extLst>
              <a:ext uri="{FF2B5EF4-FFF2-40B4-BE49-F238E27FC236}">
                <a16:creationId xmlns:a16="http://schemas.microsoft.com/office/drawing/2014/main" id="{408DE6B7-B589-A3A8-6CFB-B967B702F256}"/>
              </a:ext>
            </a:extLst>
          </p:cNvPr>
          <p:cNvSpPr txBox="1"/>
          <p:nvPr/>
        </p:nvSpPr>
        <p:spPr>
          <a:xfrm>
            <a:off x="2029664" y="3507899"/>
            <a:ext cx="1159157"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j-ea"/>
                <a:ea typeface="+mj-ea"/>
              </a:rPr>
              <a:t>标目标题内容</a:t>
            </a:r>
          </a:p>
        </p:txBody>
      </p:sp>
      <p:sp>
        <p:nvSpPr>
          <p:cNvPr id="34" name="文本框 33">
            <a:extLst>
              <a:ext uri="{FF2B5EF4-FFF2-40B4-BE49-F238E27FC236}">
                <a16:creationId xmlns:a16="http://schemas.microsoft.com/office/drawing/2014/main" id="{1234B44E-8674-2B54-0135-48C542E08E3A}"/>
              </a:ext>
            </a:extLst>
          </p:cNvPr>
          <p:cNvSpPr txBox="1"/>
          <p:nvPr/>
        </p:nvSpPr>
        <p:spPr>
          <a:xfrm>
            <a:off x="1452794" y="3908723"/>
            <a:ext cx="2392576" cy="764376"/>
          </a:xfrm>
          <a:prstGeom prst="rect">
            <a:avLst/>
          </a:prstGeom>
          <a:noFill/>
          <a:effectLst/>
        </p:spPr>
        <p:txBody>
          <a:bodyPr wrap="square" rtlCol="0">
            <a:spAutoFit/>
          </a:bodyPr>
          <a:lstStyle/>
          <a:p>
            <a:pPr algn="r">
              <a:lnSpc>
                <a:spcPct val="140000"/>
              </a:lnSpc>
            </a:pPr>
            <a:r>
              <a:rPr lang="zh-CN" altLang="en-US" sz="1100" dirty="0">
                <a:solidFill>
                  <a:schemeClr val="tx1">
                    <a:lumMod val="65000"/>
                    <a:lumOff val="35000"/>
                  </a:schemeClr>
                </a:solidFill>
                <a:latin typeface="+mn-ea"/>
                <a:cs typeface="+mn-ea"/>
                <a:sym typeface="+mn-lt"/>
              </a:rPr>
              <a:t>点击输入简要文字解说，解说文字尽量概括精炼，不用多余的文字修饰简洁精准</a:t>
            </a:r>
            <a:endParaRPr lang="en-US" altLang="zh-CN" sz="1100" dirty="0">
              <a:solidFill>
                <a:schemeClr val="tx1">
                  <a:lumMod val="65000"/>
                  <a:lumOff val="35000"/>
                </a:schemeClr>
              </a:solidFill>
              <a:latin typeface="+mn-ea"/>
              <a:cs typeface="+mn-ea"/>
              <a:sym typeface="+mn-lt"/>
            </a:endParaRPr>
          </a:p>
        </p:txBody>
      </p:sp>
      <p:sp>
        <p:nvSpPr>
          <p:cNvPr id="35" name="圆角矩形 34">
            <a:extLst>
              <a:ext uri="{FF2B5EF4-FFF2-40B4-BE49-F238E27FC236}">
                <a16:creationId xmlns:a16="http://schemas.microsoft.com/office/drawing/2014/main" id="{A9D307D6-D2C0-CACE-5FB8-00310C879FA2}"/>
              </a:ext>
            </a:extLst>
          </p:cNvPr>
          <p:cNvSpPr/>
          <p:nvPr/>
        </p:nvSpPr>
        <p:spPr>
          <a:xfrm>
            <a:off x="1685925" y="5547799"/>
            <a:ext cx="9229725" cy="609600"/>
          </a:xfrm>
          <a:prstGeom prst="roundRect">
            <a:avLst>
              <a:gd name="adj" fmla="val 50000"/>
            </a:avLst>
          </a:prstGeom>
          <a:solidFill>
            <a:schemeClr val="bg1"/>
          </a:solidFill>
          <a:ln w="3175">
            <a:solidFill>
              <a:schemeClr val="bg1">
                <a:lumMod val="85000"/>
              </a:schemeClr>
            </a:solidFill>
          </a:ln>
          <a:effectLst>
            <a:outerShdw blurRad="101600" sx="102000" sy="102000" algn="ctr" rotWithShape="0">
              <a:schemeClr val="bg1">
                <a:lumMod val="50000"/>
                <a:alpha val="12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椭圆 35">
            <a:extLst>
              <a:ext uri="{FF2B5EF4-FFF2-40B4-BE49-F238E27FC236}">
                <a16:creationId xmlns:a16="http://schemas.microsoft.com/office/drawing/2014/main" id="{EAEF0ADE-2F6C-A02A-3D84-4D700EAA0B90}"/>
              </a:ext>
            </a:extLst>
          </p:cNvPr>
          <p:cNvSpPr/>
          <p:nvPr/>
        </p:nvSpPr>
        <p:spPr>
          <a:xfrm>
            <a:off x="1770710" y="5626729"/>
            <a:ext cx="460758" cy="460758"/>
          </a:xfrm>
          <a:prstGeom prst="ellipse">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37" name="组合 36">
            <a:extLst>
              <a:ext uri="{FF2B5EF4-FFF2-40B4-BE49-F238E27FC236}">
                <a16:creationId xmlns:a16="http://schemas.microsoft.com/office/drawing/2014/main" id="{9F3B5D98-2152-E6FE-6B18-3F4C1E54B09F}"/>
              </a:ext>
            </a:extLst>
          </p:cNvPr>
          <p:cNvGrpSpPr/>
          <p:nvPr/>
        </p:nvGrpSpPr>
        <p:grpSpPr>
          <a:xfrm>
            <a:off x="1851544" y="5744905"/>
            <a:ext cx="253481" cy="233982"/>
            <a:chOff x="8745538" y="2649538"/>
            <a:chExt cx="309563" cy="285750"/>
          </a:xfrm>
          <a:solidFill>
            <a:schemeClr val="bg1"/>
          </a:solidFill>
        </p:grpSpPr>
        <p:sp>
          <p:nvSpPr>
            <p:cNvPr id="38" name="Freeform 313">
              <a:extLst>
                <a:ext uri="{FF2B5EF4-FFF2-40B4-BE49-F238E27FC236}">
                  <a16:creationId xmlns:a16="http://schemas.microsoft.com/office/drawing/2014/main" id="{A88985B9-0D51-9961-94E1-732ECD1C7A52}"/>
                </a:ext>
              </a:extLst>
            </p:cNvPr>
            <p:cNvSpPr>
              <a:spLocks/>
            </p:cNvSpPr>
            <p:nvPr/>
          </p:nvSpPr>
          <p:spPr bwMode="auto">
            <a:xfrm>
              <a:off x="8745538" y="2649538"/>
              <a:ext cx="309563" cy="238125"/>
            </a:xfrm>
            <a:custGeom>
              <a:avLst/>
              <a:gdLst>
                <a:gd name="T0" fmla="*/ 197 w 198"/>
                <a:gd name="T1" fmla="*/ 0 h 152"/>
                <a:gd name="T2" fmla="*/ 195 w 198"/>
                <a:gd name="T3" fmla="*/ 0 h 152"/>
                <a:gd name="T4" fmla="*/ 1 w 198"/>
                <a:gd name="T5" fmla="*/ 99 h 152"/>
                <a:gd name="T6" fmla="*/ 0 w 198"/>
                <a:gd name="T7" fmla="*/ 101 h 152"/>
                <a:gd name="T8" fmla="*/ 2 w 198"/>
                <a:gd name="T9" fmla="*/ 103 h 152"/>
                <a:gd name="T10" fmla="*/ 67 w 198"/>
                <a:gd name="T11" fmla="*/ 124 h 152"/>
                <a:gd name="T12" fmla="*/ 68 w 198"/>
                <a:gd name="T13" fmla="*/ 123 h 152"/>
                <a:gd name="T14" fmla="*/ 158 w 198"/>
                <a:gd name="T15" fmla="*/ 42 h 152"/>
                <a:gd name="T16" fmla="*/ 87 w 198"/>
                <a:gd name="T17" fmla="*/ 127 h 152"/>
                <a:gd name="T18" fmla="*/ 86 w 198"/>
                <a:gd name="T19" fmla="*/ 129 h 152"/>
                <a:gd name="T20" fmla="*/ 88 w 198"/>
                <a:gd name="T21" fmla="*/ 130 h 152"/>
                <a:gd name="T22" fmla="*/ 160 w 198"/>
                <a:gd name="T23" fmla="*/ 152 h 152"/>
                <a:gd name="T24" fmla="*/ 160 w 198"/>
                <a:gd name="T25" fmla="*/ 152 h 152"/>
                <a:gd name="T26" fmla="*/ 161 w 198"/>
                <a:gd name="T27" fmla="*/ 152 h 152"/>
                <a:gd name="T28" fmla="*/ 162 w 198"/>
                <a:gd name="T29" fmla="*/ 151 h 152"/>
                <a:gd name="T30" fmla="*/ 198 w 198"/>
                <a:gd name="T31" fmla="*/ 2 h 152"/>
                <a:gd name="T32" fmla="*/ 197 w 198"/>
                <a:gd name="T33"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98" h="152">
                  <a:moveTo>
                    <a:pt x="197" y="0"/>
                  </a:moveTo>
                  <a:cubicBezTo>
                    <a:pt x="197" y="0"/>
                    <a:pt x="196" y="0"/>
                    <a:pt x="195" y="0"/>
                  </a:cubicBezTo>
                  <a:cubicBezTo>
                    <a:pt x="1" y="99"/>
                    <a:pt x="1" y="99"/>
                    <a:pt x="1" y="99"/>
                  </a:cubicBezTo>
                  <a:cubicBezTo>
                    <a:pt x="1" y="100"/>
                    <a:pt x="0" y="100"/>
                    <a:pt x="0" y="101"/>
                  </a:cubicBezTo>
                  <a:cubicBezTo>
                    <a:pt x="0" y="102"/>
                    <a:pt x="1" y="103"/>
                    <a:pt x="2" y="103"/>
                  </a:cubicBezTo>
                  <a:cubicBezTo>
                    <a:pt x="67" y="124"/>
                    <a:pt x="67" y="124"/>
                    <a:pt x="67" y="124"/>
                  </a:cubicBezTo>
                  <a:cubicBezTo>
                    <a:pt x="67" y="124"/>
                    <a:pt x="68" y="124"/>
                    <a:pt x="68" y="123"/>
                  </a:cubicBezTo>
                  <a:cubicBezTo>
                    <a:pt x="158" y="42"/>
                    <a:pt x="158" y="42"/>
                    <a:pt x="158" y="42"/>
                  </a:cubicBezTo>
                  <a:cubicBezTo>
                    <a:pt x="87" y="127"/>
                    <a:pt x="87" y="127"/>
                    <a:pt x="87" y="127"/>
                  </a:cubicBezTo>
                  <a:cubicBezTo>
                    <a:pt x="86" y="128"/>
                    <a:pt x="86" y="128"/>
                    <a:pt x="86" y="129"/>
                  </a:cubicBezTo>
                  <a:cubicBezTo>
                    <a:pt x="86" y="130"/>
                    <a:pt x="87" y="130"/>
                    <a:pt x="88" y="130"/>
                  </a:cubicBezTo>
                  <a:cubicBezTo>
                    <a:pt x="160" y="152"/>
                    <a:pt x="160" y="152"/>
                    <a:pt x="160" y="152"/>
                  </a:cubicBezTo>
                  <a:cubicBezTo>
                    <a:pt x="160" y="152"/>
                    <a:pt x="160" y="152"/>
                    <a:pt x="160" y="152"/>
                  </a:cubicBezTo>
                  <a:cubicBezTo>
                    <a:pt x="161" y="152"/>
                    <a:pt x="161" y="152"/>
                    <a:pt x="161" y="152"/>
                  </a:cubicBezTo>
                  <a:cubicBezTo>
                    <a:pt x="162" y="152"/>
                    <a:pt x="162" y="151"/>
                    <a:pt x="162" y="151"/>
                  </a:cubicBezTo>
                  <a:cubicBezTo>
                    <a:pt x="198" y="2"/>
                    <a:pt x="198" y="2"/>
                    <a:pt x="198" y="2"/>
                  </a:cubicBezTo>
                  <a:cubicBezTo>
                    <a:pt x="198" y="2"/>
                    <a:pt x="198" y="1"/>
                    <a:pt x="19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39" name="Freeform 314">
              <a:extLst>
                <a:ext uri="{FF2B5EF4-FFF2-40B4-BE49-F238E27FC236}">
                  <a16:creationId xmlns:a16="http://schemas.microsoft.com/office/drawing/2014/main" id="{BE9763E4-4BF7-0B19-0C42-AB0409EDEF05}"/>
                </a:ext>
              </a:extLst>
            </p:cNvPr>
            <p:cNvSpPr>
              <a:spLocks/>
            </p:cNvSpPr>
            <p:nvPr/>
          </p:nvSpPr>
          <p:spPr bwMode="auto">
            <a:xfrm>
              <a:off x="8880476" y="2868613"/>
              <a:ext cx="36513" cy="66675"/>
            </a:xfrm>
            <a:custGeom>
              <a:avLst/>
              <a:gdLst>
                <a:gd name="T0" fmla="*/ 23 w 24"/>
                <a:gd name="T1" fmla="*/ 6 h 42"/>
                <a:gd name="T2" fmla="*/ 3 w 24"/>
                <a:gd name="T3" fmla="*/ 0 h 42"/>
                <a:gd name="T4" fmla="*/ 1 w 24"/>
                <a:gd name="T5" fmla="*/ 0 h 42"/>
                <a:gd name="T6" fmla="*/ 0 w 24"/>
                <a:gd name="T7" fmla="*/ 2 h 42"/>
                <a:gd name="T8" fmla="*/ 0 w 24"/>
                <a:gd name="T9" fmla="*/ 40 h 42"/>
                <a:gd name="T10" fmla="*/ 2 w 24"/>
                <a:gd name="T11" fmla="*/ 41 h 42"/>
                <a:gd name="T12" fmla="*/ 2 w 24"/>
                <a:gd name="T13" fmla="*/ 42 h 42"/>
                <a:gd name="T14" fmla="*/ 4 w 24"/>
                <a:gd name="T15" fmla="*/ 41 h 42"/>
                <a:gd name="T16" fmla="*/ 24 w 24"/>
                <a:gd name="T17" fmla="*/ 9 h 42"/>
                <a:gd name="T18" fmla="*/ 24 w 24"/>
                <a:gd name="T19" fmla="*/ 7 h 42"/>
                <a:gd name="T20" fmla="*/ 23 w 24"/>
                <a:gd name="T21" fmla="*/ 6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 h="42">
                  <a:moveTo>
                    <a:pt x="23" y="6"/>
                  </a:moveTo>
                  <a:cubicBezTo>
                    <a:pt x="3" y="0"/>
                    <a:pt x="3" y="0"/>
                    <a:pt x="3" y="0"/>
                  </a:cubicBezTo>
                  <a:cubicBezTo>
                    <a:pt x="2" y="0"/>
                    <a:pt x="1" y="0"/>
                    <a:pt x="1" y="0"/>
                  </a:cubicBezTo>
                  <a:cubicBezTo>
                    <a:pt x="0" y="1"/>
                    <a:pt x="0" y="1"/>
                    <a:pt x="0" y="2"/>
                  </a:cubicBezTo>
                  <a:cubicBezTo>
                    <a:pt x="0" y="40"/>
                    <a:pt x="0" y="40"/>
                    <a:pt x="0" y="40"/>
                  </a:cubicBezTo>
                  <a:cubicBezTo>
                    <a:pt x="0" y="40"/>
                    <a:pt x="1" y="41"/>
                    <a:pt x="2" y="41"/>
                  </a:cubicBezTo>
                  <a:cubicBezTo>
                    <a:pt x="2" y="42"/>
                    <a:pt x="2" y="42"/>
                    <a:pt x="2" y="42"/>
                  </a:cubicBezTo>
                  <a:cubicBezTo>
                    <a:pt x="3" y="42"/>
                    <a:pt x="3" y="41"/>
                    <a:pt x="4" y="41"/>
                  </a:cubicBezTo>
                  <a:cubicBezTo>
                    <a:pt x="24" y="9"/>
                    <a:pt x="24" y="9"/>
                    <a:pt x="24" y="9"/>
                  </a:cubicBezTo>
                  <a:cubicBezTo>
                    <a:pt x="24" y="9"/>
                    <a:pt x="24" y="8"/>
                    <a:pt x="24" y="7"/>
                  </a:cubicBezTo>
                  <a:cubicBezTo>
                    <a:pt x="24" y="7"/>
                    <a:pt x="23" y="6"/>
                    <a:pt x="2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grpSp>
      <p:sp>
        <p:nvSpPr>
          <p:cNvPr id="40" name="文本框 39">
            <a:extLst>
              <a:ext uri="{FF2B5EF4-FFF2-40B4-BE49-F238E27FC236}">
                <a16:creationId xmlns:a16="http://schemas.microsoft.com/office/drawing/2014/main" id="{04D87CC1-BA9E-FA05-E34E-D08170F609FD}"/>
              </a:ext>
            </a:extLst>
          </p:cNvPr>
          <p:cNvSpPr txBox="1"/>
          <p:nvPr/>
        </p:nvSpPr>
        <p:spPr>
          <a:xfrm>
            <a:off x="2296351" y="5669673"/>
            <a:ext cx="2018501" cy="369332"/>
          </a:xfrm>
          <a:prstGeom prst="rect">
            <a:avLst/>
          </a:prstGeom>
          <a:noFill/>
        </p:spPr>
        <p:txBody>
          <a:bodyPr wrap="none" rtlCol="0">
            <a:spAutoFit/>
          </a:bodyPr>
          <a:lstStyle/>
          <a:p>
            <a:r>
              <a:rPr kumimoji="1" lang="en-US" altLang="zh-CN" dirty="0">
                <a:solidFill>
                  <a:schemeClr val="tx1">
                    <a:lumMod val="75000"/>
                    <a:lumOff val="25000"/>
                  </a:schemeClr>
                </a:solidFill>
                <a:latin typeface="+mj-ea"/>
                <a:ea typeface="+mj-ea"/>
              </a:rPr>
              <a:t>BUSINESS</a:t>
            </a:r>
            <a:r>
              <a:rPr kumimoji="1" lang="zh-CN" altLang="en-US" dirty="0">
                <a:solidFill>
                  <a:schemeClr val="tx1">
                    <a:lumMod val="75000"/>
                    <a:lumOff val="25000"/>
                  </a:schemeClr>
                </a:solidFill>
                <a:latin typeface="+mj-ea"/>
                <a:ea typeface="+mj-ea"/>
              </a:rPr>
              <a:t> </a:t>
            </a:r>
            <a:r>
              <a:rPr kumimoji="1" lang="en-US" altLang="zh-CN" dirty="0">
                <a:solidFill>
                  <a:schemeClr val="tx1">
                    <a:lumMod val="75000"/>
                    <a:lumOff val="25000"/>
                  </a:schemeClr>
                </a:solidFill>
                <a:latin typeface="+mj-ea"/>
                <a:ea typeface="+mj-ea"/>
              </a:rPr>
              <a:t>PLAN</a:t>
            </a:r>
            <a:endParaRPr kumimoji="1" lang="zh-CN" altLang="en-US" dirty="0">
              <a:solidFill>
                <a:schemeClr val="tx1">
                  <a:lumMod val="75000"/>
                  <a:lumOff val="25000"/>
                </a:schemeClr>
              </a:solidFill>
              <a:latin typeface="+mj-ea"/>
              <a:ea typeface="+mj-ea"/>
            </a:endParaRPr>
          </a:p>
        </p:txBody>
      </p:sp>
      <p:sp>
        <p:nvSpPr>
          <p:cNvPr id="41" name="文本框 40">
            <a:extLst>
              <a:ext uri="{FF2B5EF4-FFF2-40B4-BE49-F238E27FC236}">
                <a16:creationId xmlns:a16="http://schemas.microsoft.com/office/drawing/2014/main" id="{0EDF3BB5-B766-9687-4904-4EBA83795B1D}"/>
              </a:ext>
            </a:extLst>
          </p:cNvPr>
          <p:cNvSpPr txBox="1"/>
          <p:nvPr/>
        </p:nvSpPr>
        <p:spPr>
          <a:xfrm>
            <a:off x="4491216" y="5639812"/>
            <a:ext cx="731290"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j-ea"/>
                <a:ea typeface="+mj-ea"/>
              </a:rPr>
              <a:t>2O2X</a:t>
            </a:r>
            <a:r>
              <a:rPr kumimoji="1" lang="zh-CN" altLang="en-US" sz="1200" dirty="0">
                <a:solidFill>
                  <a:schemeClr val="tx1">
                    <a:lumMod val="75000"/>
                    <a:lumOff val="25000"/>
                  </a:schemeClr>
                </a:solidFill>
                <a:latin typeface="+mj-ea"/>
                <a:ea typeface="+mj-ea"/>
              </a:rPr>
              <a:t>年</a:t>
            </a:r>
          </a:p>
        </p:txBody>
      </p:sp>
      <p:sp>
        <p:nvSpPr>
          <p:cNvPr id="42" name="文本框 41">
            <a:extLst>
              <a:ext uri="{FF2B5EF4-FFF2-40B4-BE49-F238E27FC236}">
                <a16:creationId xmlns:a16="http://schemas.microsoft.com/office/drawing/2014/main" id="{5BC972D9-75C8-B964-6A9E-47BD05077CD6}"/>
              </a:ext>
            </a:extLst>
          </p:cNvPr>
          <p:cNvSpPr txBox="1"/>
          <p:nvPr/>
        </p:nvSpPr>
        <p:spPr>
          <a:xfrm>
            <a:off x="4487072" y="5856231"/>
            <a:ext cx="1338828" cy="246221"/>
          </a:xfrm>
          <a:prstGeom prst="rect">
            <a:avLst/>
          </a:prstGeom>
          <a:noFill/>
        </p:spPr>
        <p:txBody>
          <a:bodyPr wrap="none" rtlCol="0">
            <a:spAutoFit/>
          </a:bodyPr>
          <a:lstStyle/>
          <a:p>
            <a:r>
              <a:rPr kumimoji="1" lang="zh-CN" altLang="en-US" sz="1000" dirty="0">
                <a:solidFill>
                  <a:schemeClr val="bg1">
                    <a:lumMod val="50000"/>
                  </a:schemeClr>
                </a:solidFill>
              </a:rPr>
              <a:t>项目完成目标与说明</a:t>
            </a:r>
          </a:p>
        </p:txBody>
      </p:sp>
      <p:sp>
        <p:nvSpPr>
          <p:cNvPr id="43" name="右箭头 42">
            <a:extLst>
              <a:ext uri="{FF2B5EF4-FFF2-40B4-BE49-F238E27FC236}">
                <a16:creationId xmlns:a16="http://schemas.microsoft.com/office/drawing/2014/main" id="{85D38FD8-E00C-E708-6FF5-FBCA0B4B8E6A}"/>
              </a:ext>
            </a:extLst>
          </p:cNvPr>
          <p:cNvSpPr/>
          <p:nvPr/>
        </p:nvSpPr>
        <p:spPr>
          <a:xfrm>
            <a:off x="6172198" y="5744905"/>
            <a:ext cx="257176" cy="233982"/>
          </a:xfrm>
          <a:prstGeom prst="rightArrow">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文本框 43">
            <a:extLst>
              <a:ext uri="{FF2B5EF4-FFF2-40B4-BE49-F238E27FC236}">
                <a16:creationId xmlns:a16="http://schemas.microsoft.com/office/drawing/2014/main" id="{3D1437F6-B28A-599E-0B3A-C414066BF130}"/>
              </a:ext>
            </a:extLst>
          </p:cNvPr>
          <p:cNvSpPr txBox="1"/>
          <p:nvPr/>
        </p:nvSpPr>
        <p:spPr>
          <a:xfrm>
            <a:off x="6751358" y="5639812"/>
            <a:ext cx="731290"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j-ea"/>
                <a:ea typeface="+mj-ea"/>
              </a:rPr>
              <a:t>2O26</a:t>
            </a:r>
            <a:r>
              <a:rPr kumimoji="1" lang="zh-CN" altLang="en-US" sz="1200" dirty="0">
                <a:solidFill>
                  <a:schemeClr val="tx1">
                    <a:lumMod val="75000"/>
                    <a:lumOff val="25000"/>
                  </a:schemeClr>
                </a:solidFill>
                <a:latin typeface="+mj-ea"/>
                <a:ea typeface="+mj-ea"/>
              </a:rPr>
              <a:t>年</a:t>
            </a:r>
          </a:p>
        </p:txBody>
      </p:sp>
      <p:sp>
        <p:nvSpPr>
          <p:cNvPr id="45" name="文本框 44">
            <a:extLst>
              <a:ext uri="{FF2B5EF4-FFF2-40B4-BE49-F238E27FC236}">
                <a16:creationId xmlns:a16="http://schemas.microsoft.com/office/drawing/2014/main" id="{1E96D889-A6AF-8940-3530-F943E70E5808}"/>
              </a:ext>
            </a:extLst>
          </p:cNvPr>
          <p:cNvSpPr txBox="1"/>
          <p:nvPr/>
        </p:nvSpPr>
        <p:spPr>
          <a:xfrm>
            <a:off x="6747214" y="5856231"/>
            <a:ext cx="1338828" cy="246221"/>
          </a:xfrm>
          <a:prstGeom prst="rect">
            <a:avLst/>
          </a:prstGeom>
          <a:noFill/>
        </p:spPr>
        <p:txBody>
          <a:bodyPr wrap="none" rtlCol="0">
            <a:spAutoFit/>
          </a:bodyPr>
          <a:lstStyle/>
          <a:p>
            <a:r>
              <a:rPr kumimoji="1" lang="zh-CN" altLang="en-US" sz="1000" dirty="0">
                <a:solidFill>
                  <a:schemeClr val="bg1">
                    <a:lumMod val="50000"/>
                  </a:schemeClr>
                </a:solidFill>
              </a:rPr>
              <a:t>项目完成目标与说明</a:t>
            </a:r>
          </a:p>
        </p:txBody>
      </p:sp>
      <p:sp>
        <p:nvSpPr>
          <p:cNvPr id="46" name="右箭头 45">
            <a:extLst>
              <a:ext uri="{FF2B5EF4-FFF2-40B4-BE49-F238E27FC236}">
                <a16:creationId xmlns:a16="http://schemas.microsoft.com/office/drawing/2014/main" id="{A5BA1496-6539-F036-8957-E2EB3078D7BD}"/>
              </a:ext>
            </a:extLst>
          </p:cNvPr>
          <p:cNvSpPr/>
          <p:nvPr/>
        </p:nvSpPr>
        <p:spPr>
          <a:xfrm>
            <a:off x="8422815" y="5744905"/>
            <a:ext cx="257176" cy="233982"/>
          </a:xfrm>
          <a:prstGeom prst="rightArrow">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a:extLst>
              <a:ext uri="{FF2B5EF4-FFF2-40B4-BE49-F238E27FC236}">
                <a16:creationId xmlns:a16="http://schemas.microsoft.com/office/drawing/2014/main" id="{8D6BA007-8C0B-5F05-0516-76A1387D5494}"/>
              </a:ext>
            </a:extLst>
          </p:cNvPr>
          <p:cNvSpPr txBox="1"/>
          <p:nvPr/>
        </p:nvSpPr>
        <p:spPr>
          <a:xfrm>
            <a:off x="9079437" y="5626729"/>
            <a:ext cx="731290"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j-ea"/>
                <a:ea typeface="+mj-ea"/>
              </a:rPr>
              <a:t>2O27</a:t>
            </a:r>
            <a:r>
              <a:rPr kumimoji="1" lang="zh-CN" altLang="en-US" sz="1200" dirty="0">
                <a:solidFill>
                  <a:schemeClr val="tx1">
                    <a:lumMod val="75000"/>
                    <a:lumOff val="25000"/>
                  </a:schemeClr>
                </a:solidFill>
                <a:latin typeface="+mj-ea"/>
                <a:ea typeface="+mj-ea"/>
              </a:rPr>
              <a:t>年</a:t>
            </a:r>
          </a:p>
        </p:txBody>
      </p:sp>
      <p:sp>
        <p:nvSpPr>
          <p:cNvPr id="48" name="文本框 47">
            <a:extLst>
              <a:ext uri="{FF2B5EF4-FFF2-40B4-BE49-F238E27FC236}">
                <a16:creationId xmlns:a16="http://schemas.microsoft.com/office/drawing/2014/main" id="{63044A17-67C9-3F88-C651-923535C19F99}"/>
              </a:ext>
            </a:extLst>
          </p:cNvPr>
          <p:cNvSpPr txBox="1"/>
          <p:nvPr/>
        </p:nvSpPr>
        <p:spPr>
          <a:xfrm>
            <a:off x="9075293" y="5843148"/>
            <a:ext cx="1338828" cy="246221"/>
          </a:xfrm>
          <a:prstGeom prst="rect">
            <a:avLst/>
          </a:prstGeom>
          <a:noFill/>
        </p:spPr>
        <p:txBody>
          <a:bodyPr wrap="none" rtlCol="0">
            <a:spAutoFit/>
          </a:bodyPr>
          <a:lstStyle/>
          <a:p>
            <a:r>
              <a:rPr kumimoji="1" lang="zh-CN" altLang="en-US" sz="1000" dirty="0">
                <a:solidFill>
                  <a:schemeClr val="bg1">
                    <a:lumMod val="50000"/>
                  </a:schemeClr>
                </a:solidFill>
              </a:rPr>
              <a:t>项目完成目标与说明</a:t>
            </a:r>
          </a:p>
        </p:txBody>
      </p:sp>
    </p:spTree>
    <p:extLst>
      <p:ext uri="{BB962C8B-B14F-4D97-AF65-F5344CB8AC3E}">
        <p14:creationId xmlns:p14="http://schemas.microsoft.com/office/powerpoint/2010/main" val="125436360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3E9DA-D540-9991-A151-5AC501F697D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1FBBEF3-46B9-8B45-D5EA-1C5D9D2076B4}"/>
              </a:ext>
            </a:extLst>
          </p:cNvPr>
          <p:cNvSpPr txBox="1"/>
          <p:nvPr/>
        </p:nvSpPr>
        <p:spPr>
          <a:xfrm>
            <a:off x="863346" y="2643082"/>
            <a:ext cx="6830595" cy="1323439"/>
          </a:xfrm>
          <a:prstGeom prst="rect">
            <a:avLst/>
          </a:prstGeom>
          <a:noFill/>
        </p:spPr>
        <p:txBody>
          <a:bodyPr wrap="square" rtlCol="0">
            <a:spAutoFit/>
          </a:bodyPr>
          <a:lstStyle/>
          <a:p>
            <a:pPr algn="dist"/>
            <a:r>
              <a:rPr kumimoji="1" lang="zh-CN" altLang="en-US" sz="7800" dirty="0">
                <a:solidFill>
                  <a:schemeClr val="tx1">
                    <a:lumMod val="75000"/>
                    <a:lumOff val="25000"/>
                  </a:schemeClr>
                </a:solidFill>
                <a:latin typeface="+mj-ea"/>
                <a:ea typeface="+mj-ea"/>
              </a:rPr>
              <a:t>取得成果展示</a:t>
            </a:r>
          </a:p>
        </p:txBody>
      </p:sp>
      <p:sp>
        <p:nvSpPr>
          <p:cNvPr id="4" name="文本框 3">
            <a:extLst>
              <a:ext uri="{FF2B5EF4-FFF2-40B4-BE49-F238E27FC236}">
                <a16:creationId xmlns:a16="http://schemas.microsoft.com/office/drawing/2014/main" id="{C29CA943-89EC-8B16-AF1E-405674ECB506}"/>
              </a:ext>
            </a:extLst>
          </p:cNvPr>
          <p:cNvSpPr txBox="1"/>
          <p:nvPr/>
        </p:nvSpPr>
        <p:spPr>
          <a:xfrm>
            <a:off x="703720" y="3921394"/>
            <a:ext cx="7149847" cy="514756"/>
          </a:xfrm>
          <a:prstGeom prst="rect">
            <a:avLst/>
          </a:prstGeom>
          <a:noFill/>
        </p:spPr>
        <p:txBody>
          <a:bodyPr wrap="square" rtlCol="0">
            <a:spAutoFit/>
          </a:bodyPr>
          <a:lstStyle/>
          <a:p>
            <a:pPr algn="ctr">
              <a:lnSpc>
                <a:spcPct val="150000"/>
              </a:lnSpc>
            </a:pPr>
            <a:r>
              <a:rPr lang="en" altLang="zh-CN" sz="1000" dirty="0">
                <a:solidFill>
                  <a:schemeClr val="bg1">
                    <a:lumMod val="65000"/>
                  </a:schemeClr>
                </a:solidFill>
                <a:latin typeface="+mn-ea"/>
              </a:rPr>
              <a:t>YOUR CONTENT IS ENTERED HERE, OR BY COPYING YOUR TEXT, SELECT PASTE IN THIS BOX AND CHOOSE TO RETAIN ONLY TEXT. YOUR CONTENT IS TYPED HERE, OR BY COPYING YOUR TEXT, SELECT PASTE IN THIS BOX.</a:t>
            </a:r>
          </a:p>
        </p:txBody>
      </p:sp>
      <p:sp>
        <p:nvSpPr>
          <p:cNvPr id="5" name="矩形 4">
            <a:extLst>
              <a:ext uri="{FF2B5EF4-FFF2-40B4-BE49-F238E27FC236}">
                <a16:creationId xmlns:a16="http://schemas.microsoft.com/office/drawing/2014/main" id="{A9280AFB-FA1F-4F9D-4FF0-A730C4480A94}"/>
              </a:ext>
            </a:extLst>
          </p:cNvPr>
          <p:cNvSpPr/>
          <p:nvPr/>
        </p:nvSpPr>
        <p:spPr>
          <a:xfrm>
            <a:off x="0" y="5326003"/>
            <a:ext cx="12192000" cy="15319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DA99D0AC-01FF-A14D-A14E-09B73FFB35A7}"/>
              </a:ext>
            </a:extLst>
          </p:cNvPr>
          <p:cNvSpPr/>
          <p:nvPr/>
        </p:nvSpPr>
        <p:spPr>
          <a:xfrm>
            <a:off x="9728200" y="0"/>
            <a:ext cx="2463800" cy="685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576B3BA0-45BD-2A3C-6254-9614FB5D0FE3}"/>
              </a:ext>
            </a:extLst>
          </p:cNvPr>
          <p:cNvSpPr txBox="1"/>
          <p:nvPr/>
        </p:nvSpPr>
        <p:spPr>
          <a:xfrm>
            <a:off x="566476" y="6352839"/>
            <a:ext cx="3256224"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n-ea"/>
              </a:rPr>
              <a:t>商务办公系列</a:t>
            </a:r>
            <a:r>
              <a:rPr kumimoji="1" lang="en-US" altLang="zh-CN" sz="1200" dirty="0">
                <a:solidFill>
                  <a:schemeClr val="tx1">
                    <a:lumMod val="75000"/>
                    <a:lumOff val="25000"/>
                  </a:schemeClr>
                </a:solidFill>
                <a:latin typeface="+mn-ea"/>
              </a:rPr>
              <a:t>PPT</a:t>
            </a:r>
            <a:r>
              <a:rPr kumimoji="1" lang="zh-CN" altLang="en-US" sz="1200" dirty="0">
                <a:solidFill>
                  <a:schemeClr val="tx1">
                    <a:lumMod val="75000"/>
                    <a:lumOff val="25000"/>
                  </a:schemeClr>
                </a:solidFill>
                <a:latin typeface="+mn-ea"/>
              </a:rPr>
              <a:t>模板</a:t>
            </a:r>
          </a:p>
        </p:txBody>
      </p:sp>
      <p:sp>
        <p:nvSpPr>
          <p:cNvPr id="9" name="矩形 8">
            <a:extLst>
              <a:ext uri="{FF2B5EF4-FFF2-40B4-BE49-F238E27FC236}">
                <a16:creationId xmlns:a16="http://schemas.microsoft.com/office/drawing/2014/main" id="{D507EA5F-07E1-0D6C-CE5A-F74641A8B094}"/>
              </a:ext>
            </a:extLst>
          </p:cNvPr>
          <p:cNvSpPr/>
          <p:nvPr/>
        </p:nvSpPr>
        <p:spPr>
          <a:xfrm>
            <a:off x="2910711" y="2101372"/>
            <a:ext cx="2735864" cy="49727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D6059B13-85CC-C64D-41AE-A8095D44004B}"/>
              </a:ext>
            </a:extLst>
          </p:cNvPr>
          <p:cNvSpPr txBox="1"/>
          <p:nvPr/>
        </p:nvSpPr>
        <p:spPr>
          <a:xfrm>
            <a:off x="2980731" y="2168032"/>
            <a:ext cx="2595824" cy="369332"/>
          </a:xfrm>
          <a:prstGeom prst="rect">
            <a:avLst/>
          </a:prstGeom>
          <a:noFill/>
        </p:spPr>
        <p:txBody>
          <a:bodyPr wrap="square" rtlCol="0">
            <a:spAutoFit/>
          </a:bodyPr>
          <a:lstStyle/>
          <a:p>
            <a:pPr algn="dist"/>
            <a:r>
              <a:rPr kumimoji="1" lang="en-US" altLang="zh-CN" dirty="0">
                <a:solidFill>
                  <a:schemeClr val="bg1"/>
                </a:solidFill>
                <a:latin typeface="+mj-ea"/>
                <a:ea typeface="+mj-ea"/>
              </a:rPr>
              <a:t>PART</a:t>
            </a:r>
            <a:r>
              <a:rPr kumimoji="1" lang="zh-CN" altLang="en-US" dirty="0">
                <a:solidFill>
                  <a:schemeClr val="bg1"/>
                </a:solidFill>
                <a:latin typeface="+mj-ea"/>
                <a:ea typeface="+mj-ea"/>
              </a:rPr>
              <a:t> </a:t>
            </a:r>
            <a:r>
              <a:rPr kumimoji="1" lang="en-US" altLang="zh-CN" dirty="0">
                <a:solidFill>
                  <a:schemeClr val="bg1"/>
                </a:solidFill>
                <a:latin typeface="+mj-ea"/>
                <a:ea typeface="+mj-ea"/>
              </a:rPr>
              <a:t>TWO</a:t>
            </a:r>
            <a:endParaRPr kumimoji="1" lang="zh-CN" altLang="en-US" dirty="0">
              <a:solidFill>
                <a:schemeClr val="bg1"/>
              </a:solidFill>
              <a:latin typeface="+mj-ea"/>
              <a:ea typeface="+mj-ea"/>
            </a:endParaRPr>
          </a:p>
        </p:txBody>
      </p:sp>
      <p:sp>
        <p:nvSpPr>
          <p:cNvPr id="3" name="文本框 2">
            <a:extLst>
              <a:ext uri="{FF2B5EF4-FFF2-40B4-BE49-F238E27FC236}">
                <a16:creationId xmlns:a16="http://schemas.microsoft.com/office/drawing/2014/main" id="{DE762310-C374-ADA2-8F89-01A2E4D3D270}"/>
              </a:ext>
            </a:extLst>
          </p:cNvPr>
          <p:cNvSpPr txBox="1"/>
          <p:nvPr/>
        </p:nvSpPr>
        <p:spPr>
          <a:xfrm>
            <a:off x="9753600" y="483615"/>
            <a:ext cx="2241319" cy="1862048"/>
          </a:xfrm>
          <a:prstGeom prst="rect">
            <a:avLst/>
          </a:prstGeom>
          <a:noFill/>
        </p:spPr>
        <p:txBody>
          <a:bodyPr wrap="none" rtlCol="0">
            <a:spAutoFit/>
          </a:bodyPr>
          <a:lstStyle/>
          <a:p>
            <a:pPr algn="ctr"/>
            <a:r>
              <a:rPr kumimoji="1" lang="en-US" altLang="zh-CN" sz="11500" dirty="0">
                <a:solidFill>
                  <a:schemeClr val="bg1"/>
                </a:solidFill>
                <a:latin typeface="Source Han Sans CN Heavy" panose="020B0500000000000000" pitchFamily="34" charset="-128"/>
                <a:ea typeface="Source Han Sans CN Heavy" panose="020B0500000000000000" pitchFamily="34" charset="-128"/>
              </a:rPr>
              <a:t>O2</a:t>
            </a:r>
            <a:endParaRPr kumimoji="1" lang="zh-CN" altLang="en-US" sz="11500" dirty="0">
              <a:solidFill>
                <a:schemeClr val="bg1"/>
              </a:solidFill>
              <a:latin typeface="Source Han Sans CN Heavy" panose="020B0500000000000000" pitchFamily="34" charset="-128"/>
              <a:ea typeface="Source Han Sans CN Heavy" panose="020B0500000000000000" pitchFamily="34" charset="-128"/>
            </a:endParaRPr>
          </a:p>
        </p:txBody>
      </p:sp>
      <p:pic>
        <p:nvPicPr>
          <p:cNvPr id="8" name="图片 7">
            <a:extLst>
              <a:ext uri="{FF2B5EF4-FFF2-40B4-BE49-F238E27FC236}">
                <a16:creationId xmlns:a16="http://schemas.microsoft.com/office/drawing/2014/main" id="{81AE2234-2001-9007-EABD-2E699985DB6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38757" y="1511300"/>
            <a:ext cx="4253243" cy="5348542"/>
          </a:xfrm>
          <a:prstGeom prst="rect">
            <a:avLst/>
          </a:prstGeom>
        </p:spPr>
      </p:pic>
    </p:spTree>
    <p:extLst>
      <p:ext uri="{BB962C8B-B14F-4D97-AF65-F5344CB8AC3E}">
        <p14:creationId xmlns:p14="http://schemas.microsoft.com/office/powerpoint/2010/main" val="113311754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outVertical)">
                                      <p:cBhvr>
                                        <p:cTn id="10" dur="500"/>
                                        <p:tgtEl>
                                          <p:spTgt spid="4"/>
                                        </p:tgtEl>
                                      </p:cBhvr>
                                    </p:animEffect>
                                  </p:childTnLst>
                                </p:cTn>
                              </p:par>
                              <p:par>
                                <p:cTn id="11" presetID="16" presetClass="entr" presetSubtype="37"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outVertical)">
                                      <p:cBhvr>
                                        <p:cTn id="13" dur="500"/>
                                        <p:tgtEl>
                                          <p:spTgt spid="9"/>
                                        </p:tgtEl>
                                      </p:cBhvr>
                                    </p:animEffect>
                                  </p:childTnLst>
                                </p:cTn>
                              </p:par>
                              <p:par>
                                <p:cTn id="14" presetID="16" presetClass="entr" presetSubtype="37"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outVertical)">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9" grpId="0" animBg="1"/>
      <p:bldP spid="1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FB2C1-E717-B014-787A-DE4C8964823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0C2D9581-A00A-A489-346A-63D67014E797}"/>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取得成果展示</a:t>
            </a:r>
          </a:p>
        </p:txBody>
      </p:sp>
      <p:sp>
        <p:nvSpPr>
          <p:cNvPr id="3" name="矩形 2">
            <a:extLst>
              <a:ext uri="{FF2B5EF4-FFF2-40B4-BE49-F238E27FC236}">
                <a16:creationId xmlns:a16="http://schemas.microsoft.com/office/drawing/2014/main" id="{8E4D68EA-2107-DF22-544E-8B9569800892}"/>
              </a:ext>
            </a:extLst>
          </p:cNvPr>
          <p:cNvSpPr/>
          <p:nvPr/>
        </p:nvSpPr>
        <p:spPr>
          <a:xfrm>
            <a:off x="4835951" y="1515027"/>
            <a:ext cx="2033064" cy="2820410"/>
          </a:xfrm>
          <a:prstGeom prst="rect">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96E42AE5-FA51-2927-B8DA-CE0258B538FA}"/>
              </a:ext>
            </a:extLst>
          </p:cNvPr>
          <p:cNvSpPr/>
          <p:nvPr/>
        </p:nvSpPr>
        <p:spPr>
          <a:xfrm>
            <a:off x="6975836" y="1515027"/>
            <a:ext cx="4380040" cy="2820410"/>
          </a:xfrm>
          <a:prstGeom prst="rect">
            <a:avLst/>
          </a:prstGeom>
          <a:blipFill>
            <a:blip r:embed="rId4" cstate="screen">
              <a:extLst>
                <a:ext uri="{28A0092B-C50C-407E-A947-70E740481C1C}">
                  <a14:useLocalDpi xmlns:a14="http://schemas.microsoft.com/office/drawing/2010/main"/>
                </a:ext>
              </a:extLst>
            </a:blip>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482559E9-833E-EDC9-D4CA-CB0E33FF5033}"/>
              </a:ext>
            </a:extLst>
          </p:cNvPr>
          <p:cNvSpPr txBox="1"/>
          <p:nvPr/>
        </p:nvSpPr>
        <p:spPr>
          <a:xfrm>
            <a:off x="1143611" y="1806754"/>
            <a:ext cx="2606037" cy="492443"/>
          </a:xfrm>
          <a:prstGeom prst="rect">
            <a:avLst/>
          </a:prstGeom>
          <a:noFill/>
        </p:spPr>
        <p:txBody>
          <a:bodyPr wrap="square" rtlCol="0">
            <a:spAutoFit/>
          </a:bodyPr>
          <a:lstStyle/>
          <a:p>
            <a:pPr lvl="0" algn="dist">
              <a:defRPr/>
            </a:pPr>
            <a:r>
              <a:rPr lang="zh-CN" altLang="en-US" sz="2600" dirty="0">
                <a:solidFill>
                  <a:schemeClr val="tx1">
                    <a:lumMod val="75000"/>
                    <a:lumOff val="25000"/>
                  </a:schemeClr>
                </a:solidFill>
                <a:latin typeface="+mj-ea"/>
                <a:ea typeface="+mj-ea"/>
              </a:rPr>
              <a:t>请输入您的标题</a:t>
            </a:r>
            <a:endParaRPr kumimoji="0" lang="zh-CN" altLang="en-US" sz="2600" b="0" i="0" u="none" strike="noStrike" kern="1200" cap="none" spc="0" normalizeH="0" baseline="0" noProof="0" dirty="0">
              <a:ln>
                <a:noFill/>
              </a:ln>
              <a:solidFill>
                <a:schemeClr val="tx1">
                  <a:lumMod val="75000"/>
                  <a:lumOff val="25000"/>
                </a:schemeClr>
              </a:solidFill>
              <a:effectLst/>
              <a:uLnTx/>
              <a:uFillTx/>
              <a:latin typeface="+mj-ea"/>
              <a:ea typeface="+mj-ea"/>
              <a:cs typeface="+mn-cs"/>
            </a:endParaRPr>
          </a:p>
        </p:txBody>
      </p:sp>
      <p:sp>
        <p:nvSpPr>
          <p:cNvPr id="6" name="文本框 5">
            <a:extLst>
              <a:ext uri="{FF2B5EF4-FFF2-40B4-BE49-F238E27FC236}">
                <a16:creationId xmlns:a16="http://schemas.microsoft.com/office/drawing/2014/main" id="{A55400DF-18AA-2140-28EE-A6997AC28A68}"/>
              </a:ext>
            </a:extLst>
          </p:cNvPr>
          <p:cNvSpPr txBox="1"/>
          <p:nvPr/>
        </p:nvSpPr>
        <p:spPr>
          <a:xfrm>
            <a:off x="1143612" y="2269666"/>
            <a:ext cx="1891819" cy="307777"/>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bg1">
                    <a:lumMod val="65000"/>
                  </a:schemeClr>
                </a:solidFill>
                <a:effectLst/>
                <a:uLnTx/>
                <a:uFillTx/>
                <a:latin typeface="+mn-ea"/>
                <a:cs typeface="+mn-cs"/>
              </a:rPr>
              <a:t>点击添加副标题内容</a:t>
            </a:r>
          </a:p>
        </p:txBody>
      </p:sp>
      <p:sp>
        <p:nvSpPr>
          <p:cNvPr id="7" name="文本框 6">
            <a:extLst>
              <a:ext uri="{FF2B5EF4-FFF2-40B4-BE49-F238E27FC236}">
                <a16:creationId xmlns:a16="http://schemas.microsoft.com/office/drawing/2014/main" id="{5C8332E8-1E55-C675-3390-E74C498D1614}"/>
              </a:ext>
            </a:extLst>
          </p:cNvPr>
          <p:cNvSpPr txBox="1"/>
          <p:nvPr/>
        </p:nvSpPr>
        <p:spPr>
          <a:xfrm>
            <a:off x="1177137" y="2869084"/>
            <a:ext cx="3081256" cy="1275990"/>
          </a:xfrm>
          <a:prstGeom prst="rect">
            <a:avLst/>
          </a:prstGeom>
          <a:noFill/>
        </p:spPr>
        <p:txBody>
          <a:bodyPr wrap="square">
            <a:spAutoFit/>
          </a:bodyPr>
          <a:lstStyle>
            <a:defPPr>
              <a:defRPr lang="zh-CN"/>
            </a:defPPr>
            <a:lvl1pPr algn="ctr">
              <a:lnSpc>
                <a:spcPct val="130000"/>
              </a:lnSpc>
              <a:defRPr sz="1200">
                <a:solidFill>
                  <a:schemeClr val="bg1">
                    <a:lumMod val="50000"/>
                  </a:schemeClr>
                </a:solidFill>
                <a:latin typeface="+mn-ea"/>
                <a:cs typeface="汉仪典雅体简" panose="00020600040101010101" pitchFamily="18" charset="-122"/>
              </a:defRPr>
            </a:lvl1pPr>
          </a:lstStyle>
          <a:p>
            <a:pPr algn="l"/>
            <a:r>
              <a:rPr lang="zh-CN" altLang="en-US" dirty="0"/>
              <a:t>单击此处输入你的正文， 文字是您思想的提炼，为了最终演示发布的良好效果，请尽量言简意赅的阐述观点；根据需要可酌情删减文字，以便观者可以准确理解您所传达的信息。</a:t>
            </a:r>
            <a:endParaRPr lang="en-US" altLang="zh-CN" dirty="0"/>
          </a:p>
        </p:txBody>
      </p:sp>
      <p:cxnSp>
        <p:nvCxnSpPr>
          <p:cNvPr id="8" name="直接连接符 82">
            <a:extLst>
              <a:ext uri="{FF2B5EF4-FFF2-40B4-BE49-F238E27FC236}">
                <a16:creationId xmlns:a16="http://schemas.microsoft.com/office/drawing/2014/main" id="{16353C50-57D3-2D95-33E4-9D1BE9371B25}"/>
              </a:ext>
            </a:extLst>
          </p:cNvPr>
          <p:cNvCxnSpPr/>
          <p:nvPr/>
        </p:nvCxnSpPr>
        <p:spPr>
          <a:xfrm>
            <a:off x="1250265" y="2671612"/>
            <a:ext cx="2994735"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3">
            <a:extLst>
              <a:ext uri="{FF2B5EF4-FFF2-40B4-BE49-F238E27FC236}">
                <a16:creationId xmlns:a16="http://schemas.microsoft.com/office/drawing/2014/main" id="{4AD15C07-D25C-2539-A9C3-29CB01AFD701}"/>
              </a:ext>
            </a:extLst>
          </p:cNvPr>
          <p:cNvCxnSpPr/>
          <p:nvPr/>
        </p:nvCxnSpPr>
        <p:spPr>
          <a:xfrm>
            <a:off x="1250265" y="2662468"/>
            <a:ext cx="450336"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sp>
        <p:nvSpPr>
          <p:cNvPr id="10" name="矩形: 圆角 95">
            <a:extLst>
              <a:ext uri="{FF2B5EF4-FFF2-40B4-BE49-F238E27FC236}">
                <a16:creationId xmlns:a16="http://schemas.microsoft.com/office/drawing/2014/main" id="{23EA4460-1909-12F2-F232-573716192192}"/>
              </a:ext>
            </a:extLst>
          </p:cNvPr>
          <p:cNvSpPr/>
          <p:nvPr/>
        </p:nvSpPr>
        <p:spPr>
          <a:xfrm>
            <a:off x="1297015" y="4697784"/>
            <a:ext cx="1640021" cy="417693"/>
          </a:xfrm>
          <a:prstGeom prst="rect">
            <a:avLst/>
          </a:prstGeom>
          <a:gradFill>
            <a:gsLst>
              <a:gs pos="0">
                <a:srgbClr val="0070C0"/>
              </a:gs>
              <a:gs pos="100000">
                <a:schemeClr val="accent5">
                  <a:lumMod val="75000"/>
                </a:schemeClr>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j-ea"/>
                <a:ea typeface="+mj-ea"/>
                <a:cs typeface="+mn-cs"/>
              </a:rPr>
              <a:t>添加小标题</a:t>
            </a:r>
          </a:p>
        </p:txBody>
      </p:sp>
      <p:sp>
        <p:nvSpPr>
          <p:cNvPr id="11" name="文本框 10">
            <a:extLst>
              <a:ext uri="{FF2B5EF4-FFF2-40B4-BE49-F238E27FC236}">
                <a16:creationId xmlns:a16="http://schemas.microsoft.com/office/drawing/2014/main" id="{9C506895-E51B-142F-510C-9E1BF1DD1190}"/>
              </a:ext>
            </a:extLst>
          </p:cNvPr>
          <p:cNvSpPr txBox="1"/>
          <p:nvPr/>
        </p:nvSpPr>
        <p:spPr>
          <a:xfrm>
            <a:off x="1096998" y="5262893"/>
            <a:ext cx="2033064" cy="795859"/>
          </a:xfrm>
          <a:prstGeom prst="rect">
            <a:avLst/>
          </a:prstGeom>
          <a:noFill/>
        </p:spPr>
        <p:txBody>
          <a:bodyPr wrap="square">
            <a:spAutoFit/>
          </a:bodyPr>
          <a:lstStyle>
            <a:defPPr>
              <a:defRPr lang="zh-CN"/>
            </a:defPPr>
            <a:lvl1pPr algn="ctr">
              <a:lnSpc>
                <a:spcPct val="130000"/>
              </a:lnSpc>
              <a:defRPr sz="1200">
                <a:solidFill>
                  <a:schemeClr val="bg1">
                    <a:lumMod val="50000"/>
                  </a:schemeClr>
                </a:solidFill>
                <a:latin typeface="+mn-ea"/>
                <a:cs typeface="汉仪典雅体简" panose="00020600040101010101" pitchFamily="18" charset="-122"/>
              </a:defRPr>
            </a:lvl1pPr>
          </a:lstStyle>
          <a:p>
            <a:r>
              <a:rPr lang="zh-CN" altLang="en-US" dirty="0"/>
              <a:t>单击此处输入你的正文， 文字是您思想的提炼，为了最终演示发布的良好效果</a:t>
            </a:r>
            <a:endParaRPr lang="en-US" altLang="zh-CN" dirty="0"/>
          </a:p>
        </p:txBody>
      </p:sp>
      <p:sp>
        <p:nvSpPr>
          <p:cNvPr id="12" name="矩形: 圆角 93">
            <a:extLst>
              <a:ext uri="{FF2B5EF4-FFF2-40B4-BE49-F238E27FC236}">
                <a16:creationId xmlns:a16="http://schemas.microsoft.com/office/drawing/2014/main" id="{0E11A305-EE81-709D-674F-3BC2384EA7AE}"/>
              </a:ext>
            </a:extLst>
          </p:cNvPr>
          <p:cNvSpPr/>
          <p:nvPr/>
        </p:nvSpPr>
        <p:spPr>
          <a:xfrm>
            <a:off x="3949665" y="4697784"/>
            <a:ext cx="1640021" cy="417693"/>
          </a:xfrm>
          <a:prstGeom prst="rect">
            <a:avLst/>
          </a:prstGeom>
          <a:gradFill>
            <a:gsLst>
              <a:gs pos="0">
                <a:srgbClr val="0070C0"/>
              </a:gs>
              <a:gs pos="100000">
                <a:schemeClr val="accent5">
                  <a:lumMod val="75000"/>
                </a:schemeClr>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j-ea"/>
                <a:ea typeface="+mj-ea"/>
                <a:cs typeface="+mn-cs"/>
              </a:rPr>
              <a:t>添加小标题</a:t>
            </a:r>
          </a:p>
        </p:txBody>
      </p:sp>
      <p:sp>
        <p:nvSpPr>
          <p:cNvPr id="13" name="文本框 12">
            <a:extLst>
              <a:ext uri="{FF2B5EF4-FFF2-40B4-BE49-F238E27FC236}">
                <a16:creationId xmlns:a16="http://schemas.microsoft.com/office/drawing/2014/main" id="{9018C9AC-7EF3-6F39-F17C-51EEA2B16C78}"/>
              </a:ext>
            </a:extLst>
          </p:cNvPr>
          <p:cNvSpPr txBox="1"/>
          <p:nvPr/>
        </p:nvSpPr>
        <p:spPr>
          <a:xfrm>
            <a:off x="3749648" y="5262893"/>
            <a:ext cx="2033064" cy="795859"/>
          </a:xfrm>
          <a:prstGeom prst="rect">
            <a:avLst/>
          </a:prstGeom>
          <a:noFill/>
        </p:spPr>
        <p:txBody>
          <a:bodyPr wrap="square">
            <a:spAutoFit/>
          </a:bodyPr>
          <a:lstStyle>
            <a:defPPr>
              <a:defRPr lang="zh-CN"/>
            </a:defPPr>
            <a:lvl1pPr algn="ctr">
              <a:lnSpc>
                <a:spcPct val="130000"/>
              </a:lnSpc>
              <a:defRPr sz="1200">
                <a:solidFill>
                  <a:schemeClr val="bg1">
                    <a:lumMod val="50000"/>
                  </a:schemeClr>
                </a:solidFill>
                <a:latin typeface="+mn-ea"/>
                <a:cs typeface="汉仪典雅体简" panose="00020600040101010101" pitchFamily="18" charset="-122"/>
              </a:defRPr>
            </a:lvl1pPr>
          </a:lstStyle>
          <a:p>
            <a:r>
              <a:rPr lang="zh-CN" altLang="en-US" dirty="0"/>
              <a:t>单击此处输入你的正文， 文字是您思想的提炼，为了最终演示发布的</a:t>
            </a:r>
            <a:r>
              <a:rPr lang="zh-CN" altLang="en-US"/>
              <a:t>良好效果</a:t>
            </a:r>
            <a:endParaRPr lang="en-US" altLang="zh-CN" dirty="0"/>
          </a:p>
        </p:txBody>
      </p:sp>
      <p:sp>
        <p:nvSpPr>
          <p:cNvPr id="14" name="矩形: 圆角 91">
            <a:extLst>
              <a:ext uri="{FF2B5EF4-FFF2-40B4-BE49-F238E27FC236}">
                <a16:creationId xmlns:a16="http://schemas.microsoft.com/office/drawing/2014/main" id="{7F883924-F493-CDCF-478A-3C071BD49420}"/>
              </a:ext>
            </a:extLst>
          </p:cNvPr>
          <p:cNvSpPr/>
          <p:nvPr/>
        </p:nvSpPr>
        <p:spPr>
          <a:xfrm>
            <a:off x="6602315" y="4697784"/>
            <a:ext cx="1640021" cy="417693"/>
          </a:xfrm>
          <a:prstGeom prst="rect">
            <a:avLst/>
          </a:prstGeom>
          <a:gradFill>
            <a:gsLst>
              <a:gs pos="0">
                <a:srgbClr val="0070C0"/>
              </a:gs>
              <a:gs pos="100000">
                <a:schemeClr val="accent5">
                  <a:lumMod val="75000"/>
                </a:schemeClr>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j-ea"/>
                <a:ea typeface="+mj-ea"/>
                <a:cs typeface="+mn-cs"/>
              </a:rPr>
              <a:t>添加小标题</a:t>
            </a:r>
          </a:p>
        </p:txBody>
      </p:sp>
      <p:sp>
        <p:nvSpPr>
          <p:cNvPr id="15" name="文本框 14">
            <a:extLst>
              <a:ext uri="{FF2B5EF4-FFF2-40B4-BE49-F238E27FC236}">
                <a16:creationId xmlns:a16="http://schemas.microsoft.com/office/drawing/2014/main" id="{0E320F5E-2189-6CB5-4D45-CD079EE2FFA3}"/>
              </a:ext>
            </a:extLst>
          </p:cNvPr>
          <p:cNvSpPr txBox="1"/>
          <p:nvPr/>
        </p:nvSpPr>
        <p:spPr>
          <a:xfrm>
            <a:off x="6402298" y="5262893"/>
            <a:ext cx="2033064" cy="795859"/>
          </a:xfrm>
          <a:prstGeom prst="rect">
            <a:avLst/>
          </a:prstGeom>
          <a:noFill/>
        </p:spPr>
        <p:txBody>
          <a:bodyPr wrap="square">
            <a:spAutoFit/>
          </a:bodyPr>
          <a:lstStyle>
            <a:defPPr>
              <a:defRPr lang="zh-CN"/>
            </a:defPPr>
            <a:lvl1pPr algn="ctr">
              <a:lnSpc>
                <a:spcPct val="130000"/>
              </a:lnSpc>
              <a:defRPr sz="1200">
                <a:solidFill>
                  <a:schemeClr val="bg1">
                    <a:lumMod val="50000"/>
                  </a:schemeClr>
                </a:solidFill>
                <a:latin typeface="+mn-ea"/>
                <a:cs typeface="汉仪典雅体简" panose="00020600040101010101" pitchFamily="18" charset="-122"/>
              </a:defRPr>
            </a:lvl1pPr>
          </a:lstStyle>
          <a:p>
            <a:r>
              <a:rPr lang="zh-CN" altLang="en-US" dirty="0"/>
              <a:t>单击此处输入你的正文， 文字是您思想的提炼，为了最终演示发布的</a:t>
            </a:r>
            <a:r>
              <a:rPr lang="zh-CN" altLang="en-US"/>
              <a:t>良好效果</a:t>
            </a:r>
            <a:endParaRPr lang="en-US" altLang="zh-CN" dirty="0"/>
          </a:p>
        </p:txBody>
      </p:sp>
      <p:sp>
        <p:nvSpPr>
          <p:cNvPr id="16" name="矩形: 圆角 89">
            <a:extLst>
              <a:ext uri="{FF2B5EF4-FFF2-40B4-BE49-F238E27FC236}">
                <a16:creationId xmlns:a16="http://schemas.microsoft.com/office/drawing/2014/main" id="{F2A69403-68CB-144D-03CA-E5E96D0298ED}"/>
              </a:ext>
            </a:extLst>
          </p:cNvPr>
          <p:cNvSpPr/>
          <p:nvPr/>
        </p:nvSpPr>
        <p:spPr>
          <a:xfrm>
            <a:off x="9254965" y="4697784"/>
            <a:ext cx="1640021" cy="417693"/>
          </a:xfrm>
          <a:prstGeom prst="rect">
            <a:avLst/>
          </a:prstGeom>
          <a:gradFill>
            <a:gsLst>
              <a:gs pos="0">
                <a:srgbClr val="0070C0"/>
              </a:gs>
              <a:gs pos="100000">
                <a:schemeClr val="accent5">
                  <a:lumMod val="75000"/>
                </a:schemeClr>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mj-ea"/>
                <a:ea typeface="+mj-ea"/>
                <a:cs typeface="+mn-cs"/>
              </a:rPr>
              <a:t>添加小标题</a:t>
            </a:r>
          </a:p>
        </p:txBody>
      </p:sp>
      <p:sp>
        <p:nvSpPr>
          <p:cNvPr id="17" name="文本框 16">
            <a:extLst>
              <a:ext uri="{FF2B5EF4-FFF2-40B4-BE49-F238E27FC236}">
                <a16:creationId xmlns:a16="http://schemas.microsoft.com/office/drawing/2014/main" id="{D94398F2-0B87-5627-19E5-7B9F853D5A29}"/>
              </a:ext>
            </a:extLst>
          </p:cNvPr>
          <p:cNvSpPr txBox="1"/>
          <p:nvPr/>
        </p:nvSpPr>
        <p:spPr>
          <a:xfrm>
            <a:off x="9054948" y="5262893"/>
            <a:ext cx="2033064" cy="795859"/>
          </a:xfrm>
          <a:prstGeom prst="rect">
            <a:avLst/>
          </a:prstGeom>
          <a:noFill/>
        </p:spPr>
        <p:txBody>
          <a:bodyPr wrap="square">
            <a:spAutoFit/>
          </a:bodyPr>
          <a:lstStyle>
            <a:defPPr>
              <a:defRPr lang="zh-CN"/>
            </a:defPPr>
            <a:lvl1pPr algn="ctr">
              <a:lnSpc>
                <a:spcPct val="130000"/>
              </a:lnSpc>
              <a:defRPr sz="1200">
                <a:solidFill>
                  <a:schemeClr val="bg1">
                    <a:lumMod val="50000"/>
                  </a:schemeClr>
                </a:solidFill>
                <a:latin typeface="+mn-ea"/>
                <a:cs typeface="汉仪典雅体简" panose="00020600040101010101" pitchFamily="18" charset="-122"/>
              </a:defRPr>
            </a:lvl1pPr>
          </a:lstStyle>
          <a:p>
            <a:r>
              <a:rPr lang="zh-CN" altLang="en-US" dirty="0"/>
              <a:t>单击此处输入你的正文， 文字是您思想的提炼，为了最终演示发布的</a:t>
            </a:r>
            <a:r>
              <a:rPr lang="zh-CN" altLang="en-US"/>
              <a:t>良好效果</a:t>
            </a:r>
            <a:endParaRPr lang="en-US" altLang="zh-CN" dirty="0"/>
          </a:p>
        </p:txBody>
      </p:sp>
    </p:spTree>
    <p:extLst>
      <p:ext uri="{BB962C8B-B14F-4D97-AF65-F5344CB8AC3E}">
        <p14:creationId xmlns:p14="http://schemas.microsoft.com/office/powerpoint/2010/main" val="267222215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0EED5-1038-4E79-23BA-ADF6F377106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B7D6C0C-975E-76A2-00DB-C0A08B874F70}"/>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取得成果展示</a:t>
            </a:r>
          </a:p>
        </p:txBody>
      </p:sp>
      <p:sp>
        <p:nvSpPr>
          <p:cNvPr id="52" name="矩形: 圆角 2">
            <a:extLst>
              <a:ext uri="{FF2B5EF4-FFF2-40B4-BE49-F238E27FC236}">
                <a16:creationId xmlns:a16="http://schemas.microsoft.com/office/drawing/2014/main" id="{2B0E03EC-078F-C704-B1D9-37AD52054498}"/>
              </a:ext>
            </a:extLst>
          </p:cNvPr>
          <p:cNvSpPr/>
          <p:nvPr/>
        </p:nvSpPr>
        <p:spPr>
          <a:xfrm>
            <a:off x="1302660" y="1792885"/>
            <a:ext cx="2755231" cy="3037096"/>
          </a:xfrm>
          <a:prstGeom prst="roundRect">
            <a:avLst>
              <a:gd name="adj" fmla="val 7883"/>
            </a:avLst>
          </a:prstGeom>
          <a:gradFill>
            <a:gsLst>
              <a:gs pos="0">
                <a:srgbClr val="0070C0"/>
              </a:gs>
              <a:gs pos="100000">
                <a:schemeClr val="accent5">
                  <a:lumMod val="7500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任意多边形: 形状 3">
            <a:extLst>
              <a:ext uri="{FF2B5EF4-FFF2-40B4-BE49-F238E27FC236}">
                <a16:creationId xmlns:a16="http://schemas.microsoft.com/office/drawing/2014/main" id="{28DE99B2-4265-837F-6559-9E89E20FCF47}"/>
              </a:ext>
            </a:extLst>
          </p:cNvPr>
          <p:cNvSpPr/>
          <p:nvPr/>
        </p:nvSpPr>
        <p:spPr>
          <a:xfrm>
            <a:off x="1302659" y="1792885"/>
            <a:ext cx="2755232" cy="3895970"/>
          </a:xfrm>
          <a:custGeom>
            <a:avLst/>
            <a:gdLst>
              <a:gd name="connsiteX0" fmla="*/ 2302137 w 2765506"/>
              <a:gd name="connsiteY0" fmla="*/ 0 h 5045815"/>
              <a:gd name="connsiteX1" fmla="*/ 2597905 w 2765506"/>
              <a:gd name="connsiteY1" fmla="*/ 0 h 5045815"/>
              <a:gd name="connsiteX2" fmla="*/ 2765506 w 2765506"/>
              <a:gd name="connsiteY2" fmla="*/ 167601 h 5045815"/>
              <a:gd name="connsiteX3" fmla="*/ 2765506 w 2765506"/>
              <a:gd name="connsiteY3" fmla="*/ 4878213 h 5045815"/>
              <a:gd name="connsiteX4" fmla="*/ 2597905 w 2765506"/>
              <a:gd name="connsiteY4" fmla="*/ 5045815 h 5045815"/>
              <a:gd name="connsiteX5" fmla="*/ 167602 w 2765506"/>
              <a:gd name="connsiteY5" fmla="*/ 5045815 h 5045815"/>
              <a:gd name="connsiteX6" fmla="*/ 0 w 2765506"/>
              <a:gd name="connsiteY6" fmla="*/ 4878213 h 5045815"/>
              <a:gd name="connsiteX7" fmla="*/ 0 w 2765506"/>
              <a:gd name="connsiteY7" fmla="*/ 953549 h 5045815"/>
              <a:gd name="connsiteX8" fmla="*/ 167602 w 2765506"/>
              <a:gd name="connsiteY8" fmla="*/ 785947 h 5045815"/>
              <a:gd name="connsiteX9" fmla="*/ 1613798 w 2765506"/>
              <a:gd name="connsiteY9" fmla="*/ 785947 h 5045815"/>
              <a:gd name="connsiteX10" fmla="*/ 1756005 w 2765506"/>
              <a:gd name="connsiteY10" fmla="*/ 707226 h 5045815"/>
              <a:gd name="connsiteX11" fmla="*/ 2140726 w 2765506"/>
              <a:gd name="connsiteY11" fmla="*/ 93958 h 5045815"/>
              <a:gd name="connsiteX12" fmla="*/ 2261071 w 2765506"/>
              <a:gd name="connsiteY12" fmla="*/ 5216 h 504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5506" h="5045815">
                <a:moveTo>
                  <a:pt x="2302137" y="0"/>
                </a:moveTo>
                <a:lnTo>
                  <a:pt x="2597905" y="0"/>
                </a:lnTo>
                <a:cubicBezTo>
                  <a:pt x="2690594" y="0"/>
                  <a:pt x="2765506" y="74912"/>
                  <a:pt x="2765506" y="167601"/>
                </a:cubicBezTo>
                <a:lnTo>
                  <a:pt x="2765506" y="4878213"/>
                </a:lnTo>
                <a:cubicBezTo>
                  <a:pt x="2765506" y="4970901"/>
                  <a:pt x="2690594" y="5045815"/>
                  <a:pt x="2597905" y="5045815"/>
                </a:cubicBezTo>
                <a:lnTo>
                  <a:pt x="167602" y="5045815"/>
                </a:lnTo>
                <a:cubicBezTo>
                  <a:pt x="74914" y="5045815"/>
                  <a:pt x="0" y="4970901"/>
                  <a:pt x="0" y="4878213"/>
                </a:cubicBezTo>
                <a:lnTo>
                  <a:pt x="0" y="953549"/>
                </a:lnTo>
                <a:cubicBezTo>
                  <a:pt x="0" y="860861"/>
                  <a:pt x="74914" y="785947"/>
                  <a:pt x="167602" y="785947"/>
                </a:cubicBezTo>
                <a:lnTo>
                  <a:pt x="1613798" y="785947"/>
                </a:lnTo>
                <a:cubicBezTo>
                  <a:pt x="1670934" y="785947"/>
                  <a:pt x="1725532" y="756745"/>
                  <a:pt x="1756005" y="707226"/>
                </a:cubicBezTo>
                <a:lnTo>
                  <a:pt x="2140726" y="93958"/>
                </a:lnTo>
                <a:cubicBezTo>
                  <a:pt x="2168343" y="49200"/>
                  <a:pt x="2211671" y="18013"/>
                  <a:pt x="2261071" y="5216"/>
                </a:cubicBezTo>
                <a:close/>
              </a:path>
            </a:pathLst>
          </a:custGeom>
          <a:solidFill>
            <a:schemeClr val="bg1"/>
          </a:solidFill>
          <a:ln w="15875" cap="flat">
            <a:solidFill>
              <a:schemeClr val="bg1">
                <a:lumMod val="65000"/>
              </a:schemeClr>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54" name="文本框 53">
            <a:extLst>
              <a:ext uri="{FF2B5EF4-FFF2-40B4-BE49-F238E27FC236}">
                <a16:creationId xmlns:a16="http://schemas.microsoft.com/office/drawing/2014/main" id="{7314AA42-429E-3DC3-B015-C5610F4682B0}"/>
              </a:ext>
            </a:extLst>
          </p:cNvPr>
          <p:cNvSpPr txBox="1"/>
          <p:nvPr/>
        </p:nvSpPr>
        <p:spPr>
          <a:xfrm>
            <a:off x="1613598" y="1980165"/>
            <a:ext cx="1154162" cy="276999"/>
          </a:xfrm>
          <a:prstGeom prst="rect">
            <a:avLst/>
          </a:prstGeom>
          <a:noFill/>
        </p:spPr>
        <p:txBody>
          <a:bodyPr wrap="none" lIns="0" tIns="0" rIns="0" bIns="0" rtlCol="0" anchor="t">
            <a:spAutoFit/>
          </a:bodyPr>
          <a:lstStyle/>
          <a:p>
            <a:pPr algn="l"/>
            <a:r>
              <a:rPr lang="zh-CN" altLang="en-US" dirty="0">
                <a:solidFill>
                  <a:schemeClr val="bg1"/>
                </a:solidFill>
                <a:latin typeface="+mj-ea"/>
                <a:ea typeface="+mj-ea"/>
              </a:rPr>
              <a:t>关键词标题</a:t>
            </a:r>
          </a:p>
        </p:txBody>
      </p:sp>
      <p:sp>
        <p:nvSpPr>
          <p:cNvPr id="55" name="圆角矩形 54">
            <a:extLst>
              <a:ext uri="{FF2B5EF4-FFF2-40B4-BE49-F238E27FC236}">
                <a16:creationId xmlns:a16="http://schemas.microsoft.com/office/drawing/2014/main" id="{CD678E39-7EFE-43E2-C460-F32B2DDB6B9A}"/>
              </a:ext>
            </a:extLst>
          </p:cNvPr>
          <p:cNvSpPr/>
          <p:nvPr/>
        </p:nvSpPr>
        <p:spPr>
          <a:xfrm>
            <a:off x="2168169" y="2807000"/>
            <a:ext cx="1024211" cy="1004050"/>
          </a:xfrm>
          <a:prstGeom prst="roundRect">
            <a:avLst/>
          </a:prstGeom>
          <a:gradFill>
            <a:gsLst>
              <a:gs pos="0">
                <a:srgbClr val="0070C0"/>
              </a:gs>
              <a:gs pos="100000">
                <a:schemeClr val="accent5">
                  <a:lumMod val="75000"/>
                </a:schemeClr>
              </a:gs>
            </a:gsLst>
            <a:lin ang="18900000" scaled="1"/>
          </a:gradFill>
          <a:ln w="12700" cap="flat" cmpd="sng" algn="ctr">
            <a:noFill/>
            <a:prstDash val="solid"/>
            <a:miter lim="800000"/>
          </a:ln>
          <a:effectLst/>
        </p:spPr>
        <p:txBody>
          <a:bodyPr rtlCol="0" anchor="ctr"/>
          <a:lstStyle/>
          <a:p>
            <a:pPr algn="ctr"/>
            <a:endParaRPr lang="zh-CN" altLang="en-US" sz="2000">
              <a:solidFill>
                <a:prstClr val="white"/>
              </a:solidFill>
              <a:latin typeface="思源黑体" panose="020B0500000000000000" pitchFamily="34" charset="-122"/>
              <a:ea typeface="思源黑体" panose="020B0500000000000000" pitchFamily="34" charset="-122"/>
              <a:cs typeface="OPPOSans H" panose="00020600040101010101" pitchFamily="18" charset="-122"/>
            </a:endParaRPr>
          </a:p>
        </p:txBody>
      </p:sp>
      <p:sp>
        <p:nvSpPr>
          <p:cNvPr id="56" name="文本框 55">
            <a:extLst>
              <a:ext uri="{FF2B5EF4-FFF2-40B4-BE49-F238E27FC236}">
                <a16:creationId xmlns:a16="http://schemas.microsoft.com/office/drawing/2014/main" id="{8BC8CBAD-98A6-DC6E-1C6E-99CE4AB6BCA8}"/>
              </a:ext>
            </a:extLst>
          </p:cNvPr>
          <p:cNvSpPr txBox="1"/>
          <p:nvPr/>
        </p:nvSpPr>
        <p:spPr>
          <a:xfrm>
            <a:off x="1567987" y="4454485"/>
            <a:ext cx="2219124" cy="1183657"/>
          </a:xfrm>
          <a:prstGeom prst="rect">
            <a:avLst/>
          </a:prstGeom>
          <a:noFill/>
        </p:spPr>
        <p:txBody>
          <a:bodyPr wrap="square" lIns="0" tIns="0" rIns="0" bIns="0" rtlCol="0" anchor="t">
            <a:spAutoFit/>
          </a:bodyPr>
          <a:lstStyle>
            <a:defPPr>
              <a:defRPr lang="zh-CN"/>
            </a:defPPr>
            <a:lvl1pPr algn="r">
              <a:lnSpc>
                <a:spcPct val="130000"/>
              </a:lnSpc>
              <a:defRPr sz="1400" b="0">
                <a:solidFill>
                  <a:schemeClr val="bg1">
                    <a:lumMod val="50000"/>
                  </a:schemeClr>
                </a:solidFill>
                <a:effectLst/>
                <a:latin typeface="+mn-ea"/>
              </a:defRPr>
            </a:lvl1pPr>
          </a:lstStyle>
          <a:p>
            <a:pPr algn="ctr"/>
            <a:r>
              <a:rPr lang="zh-CN" altLang="en-US" sz="1200" dirty="0"/>
              <a:t>在这里输入你的正文阐述与关键词标题相关的具体内容在这里输入你的正文阐述与关键词标题相关的具体内容</a:t>
            </a:r>
          </a:p>
          <a:p>
            <a:pPr algn="ctr"/>
            <a:endParaRPr lang="zh-CN" altLang="en-US" sz="1200" dirty="0"/>
          </a:p>
        </p:txBody>
      </p:sp>
      <p:sp>
        <p:nvSpPr>
          <p:cNvPr id="57" name="文本框 56">
            <a:extLst>
              <a:ext uri="{FF2B5EF4-FFF2-40B4-BE49-F238E27FC236}">
                <a16:creationId xmlns:a16="http://schemas.microsoft.com/office/drawing/2014/main" id="{9F22499D-BE8A-2E30-53BD-430E751DCC26}"/>
              </a:ext>
            </a:extLst>
          </p:cNvPr>
          <p:cNvSpPr txBox="1"/>
          <p:nvPr/>
        </p:nvSpPr>
        <p:spPr>
          <a:xfrm>
            <a:off x="2001178" y="3988224"/>
            <a:ext cx="1282402" cy="307777"/>
          </a:xfrm>
          <a:prstGeom prst="rect">
            <a:avLst/>
          </a:prstGeom>
          <a:noFill/>
        </p:spPr>
        <p:txBody>
          <a:bodyPr wrap="none" lIns="0" tIns="0" rIns="0" bIns="0" rtlCol="0" anchor="t">
            <a:spAutoFit/>
          </a:bodyPr>
          <a:lstStyle/>
          <a:p>
            <a:pPr algn="ctr"/>
            <a:r>
              <a:rPr lang="zh-CN" altLang="en-US" sz="2000" dirty="0">
                <a:solidFill>
                  <a:schemeClr val="tx1">
                    <a:lumMod val="75000"/>
                    <a:lumOff val="25000"/>
                  </a:schemeClr>
                </a:solidFill>
                <a:latin typeface="+mj-ea"/>
                <a:ea typeface="+mj-ea"/>
              </a:rPr>
              <a:t>关键词标题</a:t>
            </a:r>
          </a:p>
        </p:txBody>
      </p:sp>
      <p:sp>
        <p:nvSpPr>
          <p:cNvPr id="58" name="矩形: 圆角 20">
            <a:extLst>
              <a:ext uri="{FF2B5EF4-FFF2-40B4-BE49-F238E27FC236}">
                <a16:creationId xmlns:a16="http://schemas.microsoft.com/office/drawing/2014/main" id="{F437500D-03A8-36A0-51A2-64729D96C0A1}"/>
              </a:ext>
            </a:extLst>
          </p:cNvPr>
          <p:cNvSpPr/>
          <p:nvPr/>
        </p:nvSpPr>
        <p:spPr>
          <a:xfrm>
            <a:off x="4731447" y="1792885"/>
            <a:ext cx="2755231" cy="3037096"/>
          </a:xfrm>
          <a:prstGeom prst="roundRect">
            <a:avLst>
              <a:gd name="adj" fmla="val 7883"/>
            </a:avLst>
          </a:prstGeom>
          <a:gradFill>
            <a:gsLst>
              <a:gs pos="0">
                <a:srgbClr val="0070C0"/>
              </a:gs>
              <a:gs pos="100000">
                <a:schemeClr val="accent5">
                  <a:lumMod val="7500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任意多边形: 形状 21">
            <a:extLst>
              <a:ext uri="{FF2B5EF4-FFF2-40B4-BE49-F238E27FC236}">
                <a16:creationId xmlns:a16="http://schemas.microsoft.com/office/drawing/2014/main" id="{14DA8D30-CC78-0099-AFAC-9C7CCBE9FC31}"/>
              </a:ext>
            </a:extLst>
          </p:cNvPr>
          <p:cNvSpPr/>
          <p:nvPr/>
        </p:nvSpPr>
        <p:spPr>
          <a:xfrm>
            <a:off x="4731446" y="1792885"/>
            <a:ext cx="2755232" cy="3895970"/>
          </a:xfrm>
          <a:custGeom>
            <a:avLst/>
            <a:gdLst>
              <a:gd name="connsiteX0" fmla="*/ 2302137 w 2765506"/>
              <a:gd name="connsiteY0" fmla="*/ 0 h 5045815"/>
              <a:gd name="connsiteX1" fmla="*/ 2597905 w 2765506"/>
              <a:gd name="connsiteY1" fmla="*/ 0 h 5045815"/>
              <a:gd name="connsiteX2" fmla="*/ 2765506 w 2765506"/>
              <a:gd name="connsiteY2" fmla="*/ 167601 h 5045815"/>
              <a:gd name="connsiteX3" fmla="*/ 2765506 w 2765506"/>
              <a:gd name="connsiteY3" fmla="*/ 4878213 h 5045815"/>
              <a:gd name="connsiteX4" fmla="*/ 2597905 w 2765506"/>
              <a:gd name="connsiteY4" fmla="*/ 5045815 h 5045815"/>
              <a:gd name="connsiteX5" fmla="*/ 167602 w 2765506"/>
              <a:gd name="connsiteY5" fmla="*/ 5045815 h 5045815"/>
              <a:gd name="connsiteX6" fmla="*/ 0 w 2765506"/>
              <a:gd name="connsiteY6" fmla="*/ 4878213 h 5045815"/>
              <a:gd name="connsiteX7" fmla="*/ 0 w 2765506"/>
              <a:gd name="connsiteY7" fmla="*/ 953549 h 5045815"/>
              <a:gd name="connsiteX8" fmla="*/ 167602 w 2765506"/>
              <a:gd name="connsiteY8" fmla="*/ 785947 h 5045815"/>
              <a:gd name="connsiteX9" fmla="*/ 1613798 w 2765506"/>
              <a:gd name="connsiteY9" fmla="*/ 785947 h 5045815"/>
              <a:gd name="connsiteX10" fmla="*/ 1756005 w 2765506"/>
              <a:gd name="connsiteY10" fmla="*/ 707226 h 5045815"/>
              <a:gd name="connsiteX11" fmla="*/ 2140726 w 2765506"/>
              <a:gd name="connsiteY11" fmla="*/ 93958 h 5045815"/>
              <a:gd name="connsiteX12" fmla="*/ 2261071 w 2765506"/>
              <a:gd name="connsiteY12" fmla="*/ 5216 h 504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5506" h="5045815">
                <a:moveTo>
                  <a:pt x="2302137" y="0"/>
                </a:moveTo>
                <a:lnTo>
                  <a:pt x="2597905" y="0"/>
                </a:lnTo>
                <a:cubicBezTo>
                  <a:pt x="2690594" y="0"/>
                  <a:pt x="2765506" y="74912"/>
                  <a:pt x="2765506" y="167601"/>
                </a:cubicBezTo>
                <a:lnTo>
                  <a:pt x="2765506" y="4878213"/>
                </a:lnTo>
                <a:cubicBezTo>
                  <a:pt x="2765506" y="4970901"/>
                  <a:pt x="2690594" y="5045815"/>
                  <a:pt x="2597905" y="5045815"/>
                </a:cubicBezTo>
                <a:lnTo>
                  <a:pt x="167602" y="5045815"/>
                </a:lnTo>
                <a:cubicBezTo>
                  <a:pt x="74914" y="5045815"/>
                  <a:pt x="0" y="4970901"/>
                  <a:pt x="0" y="4878213"/>
                </a:cubicBezTo>
                <a:lnTo>
                  <a:pt x="0" y="953549"/>
                </a:lnTo>
                <a:cubicBezTo>
                  <a:pt x="0" y="860861"/>
                  <a:pt x="74914" y="785947"/>
                  <a:pt x="167602" y="785947"/>
                </a:cubicBezTo>
                <a:lnTo>
                  <a:pt x="1613798" y="785947"/>
                </a:lnTo>
                <a:cubicBezTo>
                  <a:pt x="1670934" y="785947"/>
                  <a:pt x="1725532" y="756745"/>
                  <a:pt x="1756005" y="707226"/>
                </a:cubicBezTo>
                <a:lnTo>
                  <a:pt x="2140726" y="93958"/>
                </a:lnTo>
                <a:cubicBezTo>
                  <a:pt x="2168343" y="49200"/>
                  <a:pt x="2211671" y="18013"/>
                  <a:pt x="2261071" y="5216"/>
                </a:cubicBezTo>
                <a:close/>
              </a:path>
            </a:pathLst>
          </a:custGeom>
          <a:solidFill>
            <a:schemeClr val="bg1"/>
          </a:solidFill>
          <a:ln w="15875" cap="flat">
            <a:solidFill>
              <a:schemeClr val="bg1">
                <a:lumMod val="65000"/>
              </a:schemeClr>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0" name="文本框 59">
            <a:extLst>
              <a:ext uri="{FF2B5EF4-FFF2-40B4-BE49-F238E27FC236}">
                <a16:creationId xmlns:a16="http://schemas.microsoft.com/office/drawing/2014/main" id="{23B8C95D-4DC0-00DD-A2C8-EBFA93455B37}"/>
              </a:ext>
            </a:extLst>
          </p:cNvPr>
          <p:cNvSpPr txBox="1"/>
          <p:nvPr/>
        </p:nvSpPr>
        <p:spPr>
          <a:xfrm>
            <a:off x="5042385" y="1980165"/>
            <a:ext cx="1154162" cy="276999"/>
          </a:xfrm>
          <a:prstGeom prst="rect">
            <a:avLst/>
          </a:prstGeom>
          <a:noFill/>
        </p:spPr>
        <p:txBody>
          <a:bodyPr wrap="none" lIns="0" tIns="0" rIns="0" bIns="0" rtlCol="0" anchor="t">
            <a:spAutoFit/>
          </a:bodyPr>
          <a:lstStyle/>
          <a:p>
            <a:pPr algn="l"/>
            <a:r>
              <a:rPr lang="zh-CN" altLang="en-US" dirty="0">
                <a:solidFill>
                  <a:schemeClr val="bg1"/>
                </a:solidFill>
                <a:latin typeface="+mj-ea"/>
                <a:ea typeface="+mj-ea"/>
              </a:rPr>
              <a:t>关键词标题</a:t>
            </a:r>
          </a:p>
        </p:txBody>
      </p:sp>
      <p:sp>
        <p:nvSpPr>
          <p:cNvPr id="61" name="圆角矩形 60">
            <a:extLst>
              <a:ext uri="{FF2B5EF4-FFF2-40B4-BE49-F238E27FC236}">
                <a16:creationId xmlns:a16="http://schemas.microsoft.com/office/drawing/2014/main" id="{BDDF632B-5978-FDC3-2362-59AFABC0BBD5}"/>
              </a:ext>
            </a:extLst>
          </p:cNvPr>
          <p:cNvSpPr/>
          <p:nvPr/>
        </p:nvSpPr>
        <p:spPr>
          <a:xfrm>
            <a:off x="5596956" y="2807000"/>
            <a:ext cx="1024211" cy="1004050"/>
          </a:xfrm>
          <a:prstGeom prst="roundRect">
            <a:avLst/>
          </a:prstGeom>
          <a:gradFill>
            <a:gsLst>
              <a:gs pos="0">
                <a:srgbClr val="0070C0"/>
              </a:gs>
              <a:gs pos="100000">
                <a:schemeClr val="accent5">
                  <a:lumMod val="75000"/>
                </a:schemeClr>
              </a:gs>
            </a:gsLst>
            <a:lin ang="18900000" scaled="1"/>
          </a:gradFill>
          <a:ln w="12700" cap="flat" cmpd="sng" algn="ctr">
            <a:noFill/>
            <a:prstDash val="solid"/>
            <a:miter lim="800000"/>
          </a:ln>
          <a:effectLst/>
        </p:spPr>
        <p:txBody>
          <a:bodyPr rtlCol="0" anchor="ctr"/>
          <a:lstStyle/>
          <a:p>
            <a:pPr algn="ctr"/>
            <a:endParaRPr lang="zh-CN" altLang="en-US" sz="2000">
              <a:solidFill>
                <a:prstClr val="white"/>
              </a:solidFill>
              <a:latin typeface="思源黑体" panose="020B0500000000000000" pitchFamily="34" charset="-122"/>
              <a:ea typeface="思源黑体" panose="020B0500000000000000" pitchFamily="34" charset="-122"/>
              <a:cs typeface="OPPOSans H" panose="00020600040101010101" pitchFamily="18" charset="-122"/>
            </a:endParaRPr>
          </a:p>
        </p:txBody>
      </p:sp>
      <p:sp>
        <p:nvSpPr>
          <p:cNvPr id="62" name="文本框 61">
            <a:extLst>
              <a:ext uri="{FF2B5EF4-FFF2-40B4-BE49-F238E27FC236}">
                <a16:creationId xmlns:a16="http://schemas.microsoft.com/office/drawing/2014/main" id="{E8EC8B86-9278-CF3D-DE04-F1F4DBBA2B0D}"/>
              </a:ext>
            </a:extLst>
          </p:cNvPr>
          <p:cNvSpPr txBox="1"/>
          <p:nvPr/>
        </p:nvSpPr>
        <p:spPr>
          <a:xfrm>
            <a:off x="4996774" y="4454485"/>
            <a:ext cx="2219124" cy="1183657"/>
          </a:xfrm>
          <a:prstGeom prst="rect">
            <a:avLst/>
          </a:prstGeom>
          <a:noFill/>
        </p:spPr>
        <p:txBody>
          <a:bodyPr wrap="square" lIns="0" tIns="0" rIns="0" bIns="0" rtlCol="0" anchor="t">
            <a:spAutoFit/>
          </a:bodyPr>
          <a:lstStyle>
            <a:defPPr>
              <a:defRPr lang="zh-CN"/>
            </a:defPPr>
            <a:lvl1pPr algn="r">
              <a:lnSpc>
                <a:spcPct val="130000"/>
              </a:lnSpc>
              <a:defRPr sz="1400" b="0">
                <a:solidFill>
                  <a:schemeClr val="bg1">
                    <a:lumMod val="50000"/>
                  </a:schemeClr>
                </a:solidFill>
                <a:effectLst/>
                <a:latin typeface="+mn-ea"/>
              </a:defRPr>
            </a:lvl1pPr>
          </a:lstStyle>
          <a:p>
            <a:pPr algn="ctr"/>
            <a:r>
              <a:rPr lang="zh-CN" altLang="en-US" sz="1200" dirty="0"/>
              <a:t>在这里输入你的正文阐述与关键词标题相关的具体内容在这里输入你的正文阐述与关键词标题相关的具体内容</a:t>
            </a:r>
          </a:p>
          <a:p>
            <a:pPr algn="ctr"/>
            <a:endParaRPr lang="zh-CN" altLang="en-US" sz="1200" dirty="0"/>
          </a:p>
        </p:txBody>
      </p:sp>
      <p:sp>
        <p:nvSpPr>
          <p:cNvPr id="63" name="文本框 62">
            <a:extLst>
              <a:ext uri="{FF2B5EF4-FFF2-40B4-BE49-F238E27FC236}">
                <a16:creationId xmlns:a16="http://schemas.microsoft.com/office/drawing/2014/main" id="{8C735830-B8E3-F92D-6F65-961E3C5F1732}"/>
              </a:ext>
            </a:extLst>
          </p:cNvPr>
          <p:cNvSpPr txBox="1"/>
          <p:nvPr/>
        </p:nvSpPr>
        <p:spPr>
          <a:xfrm>
            <a:off x="5429965" y="3988224"/>
            <a:ext cx="1282402" cy="307777"/>
          </a:xfrm>
          <a:prstGeom prst="rect">
            <a:avLst/>
          </a:prstGeom>
          <a:noFill/>
        </p:spPr>
        <p:txBody>
          <a:bodyPr wrap="none" lIns="0" tIns="0" rIns="0" bIns="0" rtlCol="0" anchor="t">
            <a:spAutoFit/>
          </a:bodyPr>
          <a:lstStyle/>
          <a:p>
            <a:pPr algn="ctr"/>
            <a:r>
              <a:rPr lang="zh-CN" altLang="en-US" sz="2000" dirty="0">
                <a:solidFill>
                  <a:schemeClr val="tx1">
                    <a:lumMod val="75000"/>
                    <a:lumOff val="25000"/>
                  </a:schemeClr>
                </a:solidFill>
                <a:latin typeface="+mj-ea"/>
                <a:ea typeface="+mj-ea"/>
              </a:rPr>
              <a:t>关键词标题</a:t>
            </a:r>
          </a:p>
        </p:txBody>
      </p:sp>
      <p:sp>
        <p:nvSpPr>
          <p:cNvPr id="64" name="矩形: 圆角 29">
            <a:extLst>
              <a:ext uri="{FF2B5EF4-FFF2-40B4-BE49-F238E27FC236}">
                <a16:creationId xmlns:a16="http://schemas.microsoft.com/office/drawing/2014/main" id="{632C5807-1E18-B7B8-7D18-317C278F34AE}"/>
              </a:ext>
            </a:extLst>
          </p:cNvPr>
          <p:cNvSpPr/>
          <p:nvPr/>
        </p:nvSpPr>
        <p:spPr>
          <a:xfrm>
            <a:off x="8160234" y="1792885"/>
            <a:ext cx="2755231" cy="3037096"/>
          </a:xfrm>
          <a:prstGeom prst="roundRect">
            <a:avLst>
              <a:gd name="adj" fmla="val 7883"/>
            </a:avLst>
          </a:prstGeom>
          <a:gradFill>
            <a:gsLst>
              <a:gs pos="0">
                <a:srgbClr val="0070C0"/>
              </a:gs>
              <a:gs pos="100000">
                <a:schemeClr val="accent5">
                  <a:lumMod val="7500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任意多边形: 形状 30">
            <a:extLst>
              <a:ext uri="{FF2B5EF4-FFF2-40B4-BE49-F238E27FC236}">
                <a16:creationId xmlns:a16="http://schemas.microsoft.com/office/drawing/2014/main" id="{F747BFEE-50AF-D0F6-EC29-D2DA5594D565}"/>
              </a:ext>
            </a:extLst>
          </p:cNvPr>
          <p:cNvSpPr/>
          <p:nvPr/>
        </p:nvSpPr>
        <p:spPr>
          <a:xfrm>
            <a:off x="8160233" y="1792885"/>
            <a:ext cx="2755232" cy="3895970"/>
          </a:xfrm>
          <a:custGeom>
            <a:avLst/>
            <a:gdLst>
              <a:gd name="connsiteX0" fmla="*/ 2302137 w 2765506"/>
              <a:gd name="connsiteY0" fmla="*/ 0 h 5045815"/>
              <a:gd name="connsiteX1" fmla="*/ 2597905 w 2765506"/>
              <a:gd name="connsiteY1" fmla="*/ 0 h 5045815"/>
              <a:gd name="connsiteX2" fmla="*/ 2765506 w 2765506"/>
              <a:gd name="connsiteY2" fmla="*/ 167601 h 5045815"/>
              <a:gd name="connsiteX3" fmla="*/ 2765506 w 2765506"/>
              <a:gd name="connsiteY3" fmla="*/ 4878213 h 5045815"/>
              <a:gd name="connsiteX4" fmla="*/ 2597905 w 2765506"/>
              <a:gd name="connsiteY4" fmla="*/ 5045815 h 5045815"/>
              <a:gd name="connsiteX5" fmla="*/ 167602 w 2765506"/>
              <a:gd name="connsiteY5" fmla="*/ 5045815 h 5045815"/>
              <a:gd name="connsiteX6" fmla="*/ 0 w 2765506"/>
              <a:gd name="connsiteY6" fmla="*/ 4878213 h 5045815"/>
              <a:gd name="connsiteX7" fmla="*/ 0 w 2765506"/>
              <a:gd name="connsiteY7" fmla="*/ 953549 h 5045815"/>
              <a:gd name="connsiteX8" fmla="*/ 167602 w 2765506"/>
              <a:gd name="connsiteY8" fmla="*/ 785947 h 5045815"/>
              <a:gd name="connsiteX9" fmla="*/ 1613798 w 2765506"/>
              <a:gd name="connsiteY9" fmla="*/ 785947 h 5045815"/>
              <a:gd name="connsiteX10" fmla="*/ 1756005 w 2765506"/>
              <a:gd name="connsiteY10" fmla="*/ 707226 h 5045815"/>
              <a:gd name="connsiteX11" fmla="*/ 2140726 w 2765506"/>
              <a:gd name="connsiteY11" fmla="*/ 93958 h 5045815"/>
              <a:gd name="connsiteX12" fmla="*/ 2261071 w 2765506"/>
              <a:gd name="connsiteY12" fmla="*/ 5216 h 5045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65506" h="5045815">
                <a:moveTo>
                  <a:pt x="2302137" y="0"/>
                </a:moveTo>
                <a:lnTo>
                  <a:pt x="2597905" y="0"/>
                </a:lnTo>
                <a:cubicBezTo>
                  <a:pt x="2690594" y="0"/>
                  <a:pt x="2765506" y="74912"/>
                  <a:pt x="2765506" y="167601"/>
                </a:cubicBezTo>
                <a:lnTo>
                  <a:pt x="2765506" y="4878213"/>
                </a:lnTo>
                <a:cubicBezTo>
                  <a:pt x="2765506" y="4970901"/>
                  <a:pt x="2690594" y="5045815"/>
                  <a:pt x="2597905" y="5045815"/>
                </a:cubicBezTo>
                <a:lnTo>
                  <a:pt x="167602" y="5045815"/>
                </a:lnTo>
                <a:cubicBezTo>
                  <a:pt x="74914" y="5045815"/>
                  <a:pt x="0" y="4970901"/>
                  <a:pt x="0" y="4878213"/>
                </a:cubicBezTo>
                <a:lnTo>
                  <a:pt x="0" y="953549"/>
                </a:lnTo>
                <a:cubicBezTo>
                  <a:pt x="0" y="860861"/>
                  <a:pt x="74914" y="785947"/>
                  <a:pt x="167602" y="785947"/>
                </a:cubicBezTo>
                <a:lnTo>
                  <a:pt x="1613798" y="785947"/>
                </a:lnTo>
                <a:cubicBezTo>
                  <a:pt x="1670934" y="785947"/>
                  <a:pt x="1725532" y="756745"/>
                  <a:pt x="1756005" y="707226"/>
                </a:cubicBezTo>
                <a:lnTo>
                  <a:pt x="2140726" y="93958"/>
                </a:lnTo>
                <a:cubicBezTo>
                  <a:pt x="2168343" y="49200"/>
                  <a:pt x="2211671" y="18013"/>
                  <a:pt x="2261071" y="5216"/>
                </a:cubicBezTo>
                <a:close/>
              </a:path>
            </a:pathLst>
          </a:custGeom>
          <a:solidFill>
            <a:schemeClr val="bg1"/>
          </a:solidFill>
          <a:ln w="15875" cap="flat">
            <a:solidFill>
              <a:schemeClr val="bg1">
                <a:lumMod val="65000"/>
              </a:schemeClr>
            </a:solidFill>
            <a:prstDash val="solid"/>
            <a:miter/>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zh-CN" altLang="en-US"/>
          </a:p>
        </p:txBody>
      </p:sp>
      <p:sp>
        <p:nvSpPr>
          <p:cNvPr id="66" name="文本框 65">
            <a:extLst>
              <a:ext uri="{FF2B5EF4-FFF2-40B4-BE49-F238E27FC236}">
                <a16:creationId xmlns:a16="http://schemas.microsoft.com/office/drawing/2014/main" id="{30E79639-3719-B6BC-E6E5-1BED8856C34C}"/>
              </a:ext>
            </a:extLst>
          </p:cNvPr>
          <p:cNvSpPr txBox="1"/>
          <p:nvPr/>
        </p:nvSpPr>
        <p:spPr>
          <a:xfrm>
            <a:off x="8471172" y="1980165"/>
            <a:ext cx="1154162" cy="276999"/>
          </a:xfrm>
          <a:prstGeom prst="rect">
            <a:avLst/>
          </a:prstGeom>
          <a:noFill/>
        </p:spPr>
        <p:txBody>
          <a:bodyPr wrap="none" lIns="0" tIns="0" rIns="0" bIns="0" rtlCol="0" anchor="t">
            <a:spAutoFit/>
          </a:bodyPr>
          <a:lstStyle/>
          <a:p>
            <a:pPr algn="l"/>
            <a:r>
              <a:rPr lang="zh-CN" altLang="en-US" dirty="0">
                <a:solidFill>
                  <a:schemeClr val="bg1"/>
                </a:solidFill>
                <a:latin typeface="+mj-ea"/>
                <a:ea typeface="+mj-ea"/>
              </a:rPr>
              <a:t>关键词标题</a:t>
            </a:r>
          </a:p>
        </p:txBody>
      </p:sp>
      <p:sp>
        <p:nvSpPr>
          <p:cNvPr id="67" name="圆角矩形 66">
            <a:extLst>
              <a:ext uri="{FF2B5EF4-FFF2-40B4-BE49-F238E27FC236}">
                <a16:creationId xmlns:a16="http://schemas.microsoft.com/office/drawing/2014/main" id="{E2341B4F-45EE-87D2-C29E-C56DC4E8A6D3}"/>
              </a:ext>
            </a:extLst>
          </p:cNvPr>
          <p:cNvSpPr/>
          <p:nvPr/>
        </p:nvSpPr>
        <p:spPr>
          <a:xfrm>
            <a:off x="9025743" y="2807000"/>
            <a:ext cx="1024211" cy="1004050"/>
          </a:xfrm>
          <a:prstGeom prst="roundRect">
            <a:avLst/>
          </a:prstGeom>
          <a:gradFill>
            <a:gsLst>
              <a:gs pos="0">
                <a:srgbClr val="0070C0"/>
              </a:gs>
              <a:gs pos="100000">
                <a:schemeClr val="accent5">
                  <a:lumMod val="75000"/>
                </a:schemeClr>
              </a:gs>
            </a:gsLst>
            <a:lin ang="18900000" scaled="1"/>
          </a:gradFill>
          <a:ln w="12700" cap="flat" cmpd="sng" algn="ctr">
            <a:noFill/>
            <a:prstDash val="solid"/>
            <a:miter lim="800000"/>
          </a:ln>
          <a:effectLst/>
        </p:spPr>
        <p:txBody>
          <a:bodyPr rtlCol="0" anchor="ctr"/>
          <a:lstStyle/>
          <a:p>
            <a:pPr algn="ctr"/>
            <a:endParaRPr lang="zh-CN" altLang="en-US" sz="2000">
              <a:solidFill>
                <a:prstClr val="white"/>
              </a:solidFill>
              <a:latin typeface="思源黑体" panose="020B0500000000000000" pitchFamily="34" charset="-122"/>
              <a:ea typeface="思源黑体" panose="020B0500000000000000" pitchFamily="34" charset="-122"/>
              <a:cs typeface="OPPOSans H" panose="00020600040101010101" pitchFamily="18" charset="-122"/>
            </a:endParaRPr>
          </a:p>
        </p:txBody>
      </p:sp>
      <p:sp>
        <p:nvSpPr>
          <p:cNvPr id="68" name="文本框 67">
            <a:extLst>
              <a:ext uri="{FF2B5EF4-FFF2-40B4-BE49-F238E27FC236}">
                <a16:creationId xmlns:a16="http://schemas.microsoft.com/office/drawing/2014/main" id="{6509B750-D6D0-F6C0-770D-FD7F517E3888}"/>
              </a:ext>
            </a:extLst>
          </p:cNvPr>
          <p:cNvSpPr txBox="1"/>
          <p:nvPr/>
        </p:nvSpPr>
        <p:spPr>
          <a:xfrm>
            <a:off x="8425561" y="4454485"/>
            <a:ext cx="2219124" cy="1183657"/>
          </a:xfrm>
          <a:prstGeom prst="rect">
            <a:avLst/>
          </a:prstGeom>
          <a:noFill/>
        </p:spPr>
        <p:txBody>
          <a:bodyPr wrap="square" lIns="0" tIns="0" rIns="0" bIns="0" rtlCol="0" anchor="t">
            <a:spAutoFit/>
          </a:bodyPr>
          <a:lstStyle>
            <a:defPPr>
              <a:defRPr lang="zh-CN"/>
            </a:defPPr>
            <a:lvl1pPr algn="r">
              <a:lnSpc>
                <a:spcPct val="130000"/>
              </a:lnSpc>
              <a:defRPr sz="1400" b="0">
                <a:solidFill>
                  <a:schemeClr val="bg1">
                    <a:lumMod val="50000"/>
                  </a:schemeClr>
                </a:solidFill>
                <a:effectLst/>
                <a:latin typeface="+mn-ea"/>
              </a:defRPr>
            </a:lvl1pPr>
          </a:lstStyle>
          <a:p>
            <a:pPr algn="ctr"/>
            <a:r>
              <a:rPr lang="zh-CN" altLang="en-US" sz="1200" dirty="0"/>
              <a:t>在这里输入你的正文阐述与关键词标题相关的具体内容在这里输入你的正文阐述与关键词标题相关的具体内容</a:t>
            </a:r>
          </a:p>
          <a:p>
            <a:pPr algn="ctr"/>
            <a:endParaRPr lang="zh-CN" altLang="en-US" sz="1200" dirty="0"/>
          </a:p>
        </p:txBody>
      </p:sp>
      <p:sp>
        <p:nvSpPr>
          <p:cNvPr id="69" name="文本框 68">
            <a:extLst>
              <a:ext uri="{FF2B5EF4-FFF2-40B4-BE49-F238E27FC236}">
                <a16:creationId xmlns:a16="http://schemas.microsoft.com/office/drawing/2014/main" id="{7B49D9E1-A988-E326-6A3C-AB64FDC3AF25}"/>
              </a:ext>
            </a:extLst>
          </p:cNvPr>
          <p:cNvSpPr txBox="1"/>
          <p:nvPr/>
        </p:nvSpPr>
        <p:spPr>
          <a:xfrm>
            <a:off x="8858752" y="3988224"/>
            <a:ext cx="1282402" cy="307777"/>
          </a:xfrm>
          <a:prstGeom prst="rect">
            <a:avLst/>
          </a:prstGeom>
          <a:noFill/>
        </p:spPr>
        <p:txBody>
          <a:bodyPr wrap="none" lIns="0" tIns="0" rIns="0" bIns="0" rtlCol="0" anchor="t">
            <a:spAutoFit/>
          </a:bodyPr>
          <a:lstStyle/>
          <a:p>
            <a:pPr algn="ctr"/>
            <a:r>
              <a:rPr lang="zh-CN" altLang="en-US" sz="2000" dirty="0">
                <a:solidFill>
                  <a:schemeClr val="tx1">
                    <a:lumMod val="75000"/>
                    <a:lumOff val="25000"/>
                  </a:schemeClr>
                </a:solidFill>
                <a:latin typeface="+mj-ea"/>
                <a:ea typeface="+mj-ea"/>
              </a:rPr>
              <a:t>关键词标题</a:t>
            </a:r>
          </a:p>
        </p:txBody>
      </p:sp>
      <p:sp>
        <p:nvSpPr>
          <p:cNvPr id="70" name="Freeform 40">
            <a:extLst>
              <a:ext uri="{FF2B5EF4-FFF2-40B4-BE49-F238E27FC236}">
                <a16:creationId xmlns:a16="http://schemas.microsoft.com/office/drawing/2014/main" id="{1DA04E76-1AE9-22C8-0108-E29D09A9091C}"/>
              </a:ext>
            </a:extLst>
          </p:cNvPr>
          <p:cNvSpPr>
            <a:spLocks noEditPoints="1"/>
          </p:cNvSpPr>
          <p:nvPr/>
        </p:nvSpPr>
        <p:spPr bwMode="auto">
          <a:xfrm>
            <a:off x="2493265" y="3130755"/>
            <a:ext cx="394968" cy="394968"/>
          </a:xfrm>
          <a:custGeom>
            <a:avLst/>
            <a:gdLst>
              <a:gd name="T0" fmla="*/ 188 w 200"/>
              <a:gd name="T1" fmla="*/ 200 h 200"/>
              <a:gd name="T2" fmla="*/ 12 w 200"/>
              <a:gd name="T3" fmla="*/ 200 h 200"/>
              <a:gd name="T4" fmla="*/ 0 w 200"/>
              <a:gd name="T5" fmla="*/ 188 h 200"/>
              <a:gd name="T6" fmla="*/ 0 w 200"/>
              <a:gd name="T7" fmla="*/ 72 h 200"/>
              <a:gd name="T8" fmla="*/ 0 w 200"/>
              <a:gd name="T9" fmla="*/ 40 h 200"/>
              <a:gd name="T10" fmla="*/ 0 w 200"/>
              <a:gd name="T11" fmla="*/ 12 h 200"/>
              <a:gd name="T12" fmla="*/ 12 w 200"/>
              <a:gd name="T13" fmla="*/ 0 h 200"/>
              <a:gd name="T14" fmla="*/ 167 w 200"/>
              <a:gd name="T15" fmla="*/ 0 h 200"/>
              <a:gd name="T16" fmla="*/ 199 w 200"/>
              <a:gd name="T17" fmla="*/ 32 h 200"/>
              <a:gd name="T18" fmla="*/ 200 w 200"/>
              <a:gd name="T19" fmla="*/ 188 h 200"/>
              <a:gd name="T20" fmla="*/ 188 w 200"/>
              <a:gd name="T21" fmla="*/ 200 h 200"/>
              <a:gd name="T22" fmla="*/ 160 w 200"/>
              <a:gd name="T23" fmla="*/ 32 h 200"/>
              <a:gd name="T24" fmla="*/ 148 w 200"/>
              <a:gd name="T25" fmla="*/ 20 h 200"/>
              <a:gd name="T26" fmla="*/ 44 w 200"/>
              <a:gd name="T27" fmla="*/ 20 h 200"/>
              <a:gd name="T28" fmla="*/ 32 w 200"/>
              <a:gd name="T29" fmla="*/ 32 h 200"/>
              <a:gd name="T30" fmla="*/ 32 w 200"/>
              <a:gd name="T31" fmla="*/ 68 h 200"/>
              <a:gd name="T32" fmla="*/ 44 w 200"/>
              <a:gd name="T33" fmla="*/ 80 h 200"/>
              <a:gd name="T34" fmla="*/ 148 w 200"/>
              <a:gd name="T35" fmla="*/ 80 h 200"/>
              <a:gd name="T36" fmla="*/ 160 w 200"/>
              <a:gd name="T37" fmla="*/ 68 h 200"/>
              <a:gd name="T38" fmla="*/ 160 w 200"/>
              <a:gd name="T39" fmla="*/ 32 h 200"/>
              <a:gd name="T40" fmla="*/ 172 w 200"/>
              <a:gd name="T41" fmla="*/ 96 h 200"/>
              <a:gd name="T42" fmla="*/ 28 w 200"/>
              <a:gd name="T43" fmla="*/ 96 h 200"/>
              <a:gd name="T44" fmla="*/ 28 w 200"/>
              <a:gd name="T45" fmla="*/ 188 h 200"/>
              <a:gd name="T46" fmla="*/ 172 w 200"/>
              <a:gd name="T47" fmla="*/ 188 h 200"/>
              <a:gd name="T48" fmla="*/ 172 w 200"/>
              <a:gd name="T49" fmla="*/ 96 h 200"/>
              <a:gd name="T50" fmla="*/ 156 w 200"/>
              <a:gd name="T51" fmla="*/ 124 h 200"/>
              <a:gd name="T52" fmla="*/ 44 w 200"/>
              <a:gd name="T53" fmla="*/ 124 h 200"/>
              <a:gd name="T54" fmla="*/ 44 w 200"/>
              <a:gd name="T55" fmla="*/ 116 h 200"/>
              <a:gd name="T56" fmla="*/ 156 w 200"/>
              <a:gd name="T57" fmla="*/ 116 h 200"/>
              <a:gd name="T58" fmla="*/ 156 w 200"/>
              <a:gd name="T59" fmla="*/ 124 h 200"/>
              <a:gd name="T60" fmla="*/ 156 w 200"/>
              <a:gd name="T61" fmla="*/ 140 h 200"/>
              <a:gd name="T62" fmla="*/ 44 w 200"/>
              <a:gd name="T63" fmla="*/ 140 h 200"/>
              <a:gd name="T64" fmla="*/ 44 w 200"/>
              <a:gd name="T65" fmla="*/ 132 h 200"/>
              <a:gd name="T66" fmla="*/ 156 w 200"/>
              <a:gd name="T67" fmla="*/ 132 h 200"/>
              <a:gd name="T68" fmla="*/ 156 w 200"/>
              <a:gd name="T69" fmla="*/ 140 h 200"/>
              <a:gd name="T70" fmla="*/ 156 w 200"/>
              <a:gd name="T71" fmla="*/ 156 h 200"/>
              <a:gd name="T72" fmla="*/ 44 w 200"/>
              <a:gd name="T73" fmla="*/ 156 h 200"/>
              <a:gd name="T74" fmla="*/ 44 w 200"/>
              <a:gd name="T75" fmla="*/ 148 h 200"/>
              <a:gd name="T76" fmla="*/ 156 w 200"/>
              <a:gd name="T77" fmla="*/ 148 h 200"/>
              <a:gd name="T78" fmla="*/ 156 w 200"/>
              <a:gd name="T79" fmla="*/ 156 h 200"/>
              <a:gd name="T80" fmla="*/ 156 w 200"/>
              <a:gd name="T81" fmla="*/ 172 h 200"/>
              <a:gd name="T82" fmla="*/ 44 w 200"/>
              <a:gd name="T83" fmla="*/ 172 h 200"/>
              <a:gd name="T84" fmla="*/ 44 w 200"/>
              <a:gd name="T85" fmla="*/ 164 h 200"/>
              <a:gd name="T86" fmla="*/ 156 w 200"/>
              <a:gd name="T87" fmla="*/ 164 h 200"/>
              <a:gd name="T88" fmla="*/ 156 w 200"/>
              <a:gd name="T89" fmla="*/ 172 h 200"/>
              <a:gd name="T90" fmla="*/ 112 w 200"/>
              <a:gd name="T91" fmla="*/ 28 h 200"/>
              <a:gd name="T92" fmla="*/ 136 w 200"/>
              <a:gd name="T93" fmla="*/ 28 h 200"/>
              <a:gd name="T94" fmla="*/ 136 w 200"/>
              <a:gd name="T95" fmla="*/ 72 h 200"/>
              <a:gd name="T96" fmla="*/ 112 w 200"/>
              <a:gd name="T97" fmla="*/ 72 h 200"/>
              <a:gd name="T98" fmla="*/ 112 w 200"/>
              <a:gd name="T99" fmla="*/ 28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00" h="200">
                <a:moveTo>
                  <a:pt x="188" y="200"/>
                </a:moveTo>
                <a:cubicBezTo>
                  <a:pt x="12" y="200"/>
                  <a:pt x="12" y="200"/>
                  <a:pt x="12" y="200"/>
                </a:cubicBezTo>
                <a:cubicBezTo>
                  <a:pt x="5" y="200"/>
                  <a:pt x="0" y="195"/>
                  <a:pt x="0" y="188"/>
                </a:cubicBezTo>
                <a:cubicBezTo>
                  <a:pt x="0" y="72"/>
                  <a:pt x="0" y="72"/>
                  <a:pt x="0" y="72"/>
                </a:cubicBezTo>
                <a:cubicBezTo>
                  <a:pt x="0" y="40"/>
                  <a:pt x="0" y="40"/>
                  <a:pt x="0" y="40"/>
                </a:cubicBezTo>
                <a:cubicBezTo>
                  <a:pt x="0" y="12"/>
                  <a:pt x="0" y="12"/>
                  <a:pt x="0" y="12"/>
                </a:cubicBezTo>
                <a:cubicBezTo>
                  <a:pt x="0" y="5"/>
                  <a:pt x="5" y="0"/>
                  <a:pt x="12" y="0"/>
                </a:cubicBezTo>
                <a:cubicBezTo>
                  <a:pt x="167" y="0"/>
                  <a:pt x="167" y="0"/>
                  <a:pt x="167" y="0"/>
                </a:cubicBezTo>
                <a:cubicBezTo>
                  <a:pt x="199" y="32"/>
                  <a:pt x="199" y="32"/>
                  <a:pt x="199" y="32"/>
                </a:cubicBezTo>
                <a:cubicBezTo>
                  <a:pt x="200" y="188"/>
                  <a:pt x="200" y="188"/>
                  <a:pt x="200" y="188"/>
                </a:cubicBezTo>
                <a:cubicBezTo>
                  <a:pt x="200" y="195"/>
                  <a:pt x="194" y="200"/>
                  <a:pt x="188" y="200"/>
                </a:cubicBezTo>
                <a:close/>
                <a:moveTo>
                  <a:pt x="160" y="32"/>
                </a:moveTo>
                <a:cubicBezTo>
                  <a:pt x="160" y="25"/>
                  <a:pt x="154" y="20"/>
                  <a:pt x="148" y="20"/>
                </a:cubicBezTo>
                <a:cubicBezTo>
                  <a:pt x="44" y="20"/>
                  <a:pt x="44" y="20"/>
                  <a:pt x="44" y="20"/>
                </a:cubicBezTo>
                <a:cubicBezTo>
                  <a:pt x="37" y="20"/>
                  <a:pt x="32" y="25"/>
                  <a:pt x="32" y="32"/>
                </a:cubicBezTo>
                <a:cubicBezTo>
                  <a:pt x="32" y="68"/>
                  <a:pt x="32" y="68"/>
                  <a:pt x="32" y="68"/>
                </a:cubicBezTo>
                <a:cubicBezTo>
                  <a:pt x="32" y="75"/>
                  <a:pt x="37" y="80"/>
                  <a:pt x="44" y="80"/>
                </a:cubicBezTo>
                <a:cubicBezTo>
                  <a:pt x="148" y="80"/>
                  <a:pt x="148" y="80"/>
                  <a:pt x="148" y="80"/>
                </a:cubicBezTo>
                <a:cubicBezTo>
                  <a:pt x="154" y="80"/>
                  <a:pt x="160" y="75"/>
                  <a:pt x="160" y="68"/>
                </a:cubicBezTo>
                <a:lnTo>
                  <a:pt x="160" y="32"/>
                </a:lnTo>
                <a:close/>
                <a:moveTo>
                  <a:pt x="172" y="96"/>
                </a:moveTo>
                <a:cubicBezTo>
                  <a:pt x="28" y="96"/>
                  <a:pt x="28" y="96"/>
                  <a:pt x="28" y="96"/>
                </a:cubicBezTo>
                <a:cubicBezTo>
                  <a:pt x="28" y="188"/>
                  <a:pt x="28" y="188"/>
                  <a:pt x="28" y="188"/>
                </a:cubicBezTo>
                <a:cubicBezTo>
                  <a:pt x="172" y="188"/>
                  <a:pt x="172" y="188"/>
                  <a:pt x="172" y="188"/>
                </a:cubicBezTo>
                <a:lnTo>
                  <a:pt x="172" y="96"/>
                </a:lnTo>
                <a:close/>
                <a:moveTo>
                  <a:pt x="156" y="124"/>
                </a:moveTo>
                <a:cubicBezTo>
                  <a:pt x="44" y="124"/>
                  <a:pt x="44" y="124"/>
                  <a:pt x="44" y="124"/>
                </a:cubicBezTo>
                <a:cubicBezTo>
                  <a:pt x="44" y="116"/>
                  <a:pt x="44" y="116"/>
                  <a:pt x="44" y="116"/>
                </a:cubicBezTo>
                <a:cubicBezTo>
                  <a:pt x="156" y="116"/>
                  <a:pt x="156" y="116"/>
                  <a:pt x="156" y="116"/>
                </a:cubicBezTo>
                <a:lnTo>
                  <a:pt x="156" y="124"/>
                </a:lnTo>
                <a:close/>
                <a:moveTo>
                  <a:pt x="156" y="140"/>
                </a:moveTo>
                <a:cubicBezTo>
                  <a:pt x="44" y="140"/>
                  <a:pt x="44" y="140"/>
                  <a:pt x="44" y="140"/>
                </a:cubicBezTo>
                <a:cubicBezTo>
                  <a:pt x="44" y="132"/>
                  <a:pt x="44" y="132"/>
                  <a:pt x="44" y="132"/>
                </a:cubicBezTo>
                <a:cubicBezTo>
                  <a:pt x="156" y="132"/>
                  <a:pt x="156" y="132"/>
                  <a:pt x="156" y="132"/>
                </a:cubicBezTo>
                <a:lnTo>
                  <a:pt x="156" y="140"/>
                </a:lnTo>
                <a:close/>
                <a:moveTo>
                  <a:pt x="156" y="156"/>
                </a:moveTo>
                <a:cubicBezTo>
                  <a:pt x="44" y="156"/>
                  <a:pt x="44" y="156"/>
                  <a:pt x="44" y="156"/>
                </a:cubicBezTo>
                <a:cubicBezTo>
                  <a:pt x="44" y="148"/>
                  <a:pt x="44" y="148"/>
                  <a:pt x="44" y="148"/>
                </a:cubicBezTo>
                <a:cubicBezTo>
                  <a:pt x="156" y="148"/>
                  <a:pt x="156" y="148"/>
                  <a:pt x="156" y="148"/>
                </a:cubicBezTo>
                <a:lnTo>
                  <a:pt x="156" y="156"/>
                </a:lnTo>
                <a:close/>
                <a:moveTo>
                  <a:pt x="156" y="172"/>
                </a:moveTo>
                <a:cubicBezTo>
                  <a:pt x="44" y="172"/>
                  <a:pt x="44" y="172"/>
                  <a:pt x="44" y="172"/>
                </a:cubicBezTo>
                <a:cubicBezTo>
                  <a:pt x="44" y="164"/>
                  <a:pt x="44" y="164"/>
                  <a:pt x="44" y="164"/>
                </a:cubicBezTo>
                <a:cubicBezTo>
                  <a:pt x="156" y="164"/>
                  <a:pt x="156" y="164"/>
                  <a:pt x="156" y="164"/>
                </a:cubicBezTo>
                <a:lnTo>
                  <a:pt x="156" y="172"/>
                </a:lnTo>
                <a:close/>
                <a:moveTo>
                  <a:pt x="112" y="28"/>
                </a:moveTo>
                <a:cubicBezTo>
                  <a:pt x="136" y="28"/>
                  <a:pt x="136" y="28"/>
                  <a:pt x="136" y="28"/>
                </a:cubicBezTo>
                <a:cubicBezTo>
                  <a:pt x="136" y="72"/>
                  <a:pt x="136" y="72"/>
                  <a:pt x="136" y="72"/>
                </a:cubicBezTo>
                <a:cubicBezTo>
                  <a:pt x="112" y="72"/>
                  <a:pt x="112" y="72"/>
                  <a:pt x="112" y="72"/>
                </a:cubicBezTo>
                <a:lnTo>
                  <a:pt x="112" y="28"/>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71" name="Freeform 41">
            <a:extLst>
              <a:ext uri="{FF2B5EF4-FFF2-40B4-BE49-F238E27FC236}">
                <a16:creationId xmlns:a16="http://schemas.microsoft.com/office/drawing/2014/main" id="{D7C2012F-6821-D055-0467-DCAE561CAAB3}"/>
              </a:ext>
            </a:extLst>
          </p:cNvPr>
          <p:cNvSpPr>
            <a:spLocks noEditPoints="1"/>
          </p:cNvSpPr>
          <p:nvPr/>
        </p:nvSpPr>
        <p:spPr bwMode="auto">
          <a:xfrm>
            <a:off x="9352108" y="3130755"/>
            <a:ext cx="392156" cy="394968"/>
          </a:xfrm>
          <a:custGeom>
            <a:avLst/>
            <a:gdLst>
              <a:gd name="T0" fmla="*/ 186 w 199"/>
              <a:gd name="T1" fmla="*/ 80 h 200"/>
              <a:gd name="T2" fmla="*/ 170 w 199"/>
              <a:gd name="T3" fmla="*/ 80 h 200"/>
              <a:gd name="T4" fmla="*/ 163 w 199"/>
              <a:gd name="T5" fmla="*/ 64 h 200"/>
              <a:gd name="T6" fmla="*/ 175 w 199"/>
              <a:gd name="T7" fmla="*/ 52 h 200"/>
              <a:gd name="T8" fmla="*/ 175 w 199"/>
              <a:gd name="T9" fmla="*/ 33 h 200"/>
              <a:gd name="T10" fmla="*/ 165 w 199"/>
              <a:gd name="T11" fmla="*/ 24 h 200"/>
              <a:gd name="T12" fmla="*/ 146 w 199"/>
              <a:gd name="T13" fmla="*/ 24 h 200"/>
              <a:gd name="T14" fmla="*/ 135 w 199"/>
              <a:gd name="T15" fmla="*/ 36 h 200"/>
              <a:gd name="T16" fmla="*/ 120 w 199"/>
              <a:gd name="T17" fmla="*/ 30 h 200"/>
              <a:gd name="T18" fmla="*/ 120 w 199"/>
              <a:gd name="T19" fmla="*/ 13 h 200"/>
              <a:gd name="T20" fmla="*/ 106 w 199"/>
              <a:gd name="T21" fmla="*/ 0 h 200"/>
              <a:gd name="T22" fmla="*/ 93 w 199"/>
              <a:gd name="T23" fmla="*/ 0 h 200"/>
              <a:gd name="T24" fmla="*/ 80 w 199"/>
              <a:gd name="T25" fmla="*/ 13 h 200"/>
              <a:gd name="T26" fmla="*/ 80 w 199"/>
              <a:gd name="T27" fmla="*/ 30 h 200"/>
              <a:gd name="T28" fmla="*/ 64 w 199"/>
              <a:gd name="T29" fmla="*/ 36 h 200"/>
              <a:gd name="T30" fmla="*/ 52 w 199"/>
              <a:gd name="T31" fmla="*/ 24 h 200"/>
              <a:gd name="T32" fmla="*/ 33 w 199"/>
              <a:gd name="T33" fmla="*/ 24 h 200"/>
              <a:gd name="T34" fmla="*/ 24 w 199"/>
              <a:gd name="T35" fmla="*/ 33 h 200"/>
              <a:gd name="T36" fmla="*/ 24 w 199"/>
              <a:gd name="T37" fmla="*/ 52 h 200"/>
              <a:gd name="T38" fmla="*/ 36 w 199"/>
              <a:gd name="T39" fmla="*/ 64 h 200"/>
              <a:gd name="T40" fmla="*/ 29 w 199"/>
              <a:gd name="T41" fmla="*/ 80 h 200"/>
              <a:gd name="T42" fmla="*/ 13 w 199"/>
              <a:gd name="T43" fmla="*/ 80 h 200"/>
              <a:gd name="T44" fmla="*/ 0 w 199"/>
              <a:gd name="T45" fmla="*/ 93 h 200"/>
              <a:gd name="T46" fmla="*/ 0 w 199"/>
              <a:gd name="T47" fmla="*/ 107 h 200"/>
              <a:gd name="T48" fmla="*/ 13 w 199"/>
              <a:gd name="T49" fmla="*/ 120 h 200"/>
              <a:gd name="T50" fmla="*/ 29 w 199"/>
              <a:gd name="T51" fmla="*/ 120 h 200"/>
              <a:gd name="T52" fmla="*/ 35 w 199"/>
              <a:gd name="T53" fmla="*/ 135 h 200"/>
              <a:gd name="T54" fmla="*/ 24 w 199"/>
              <a:gd name="T55" fmla="*/ 147 h 200"/>
              <a:gd name="T56" fmla="*/ 24 w 199"/>
              <a:gd name="T57" fmla="*/ 166 h 200"/>
              <a:gd name="T58" fmla="*/ 33 w 199"/>
              <a:gd name="T59" fmla="*/ 175 h 200"/>
              <a:gd name="T60" fmla="*/ 52 w 199"/>
              <a:gd name="T61" fmla="*/ 175 h 200"/>
              <a:gd name="T62" fmla="*/ 63 w 199"/>
              <a:gd name="T63" fmla="*/ 163 h 200"/>
              <a:gd name="T64" fmla="*/ 80 w 199"/>
              <a:gd name="T65" fmla="*/ 170 h 200"/>
              <a:gd name="T66" fmla="*/ 80 w 199"/>
              <a:gd name="T67" fmla="*/ 186 h 200"/>
              <a:gd name="T68" fmla="*/ 93 w 199"/>
              <a:gd name="T69" fmla="*/ 200 h 200"/>
              <a:gd name="T70" fmla="*/ 106 w 199"/>
              <a:gd name="T71" fmla="*/ 200 h 200"/>
              <a:gd name="T72" fmla="*/ 120 w 199"/>
              <a:gd name="T73" fmla="*/ 186 h 200"/>
              <a:gd name="T74" fmla="*/ 120 w 199"/>
              <a:gd name="T75" fmla="*/ 170 h 200"/>
              <a:gd name="T76" fmla="*/ 135 w 199"/>
              <a:gd name="T77" fmla="*/ 164 h 200"/>
              <a:gd name="T78" fmla="*/ 146 w 199"/>
              <a:gd name="T79" fmla="*/ 175 h 200"/>
              <a:gd name="T80" fmla="*/ 165 w 199"/>
              <a:gd name="T81" fmla="*/ 175 h 200"/>
              <a:gd name="T82" fmla="*/ 175 w 199"/>
              <a:gd name="T83" fmla="*/ 166 h 200"/>
              <a:gd name="T84" fmla="*/ 175 w 199"/>
              <a:gd name="T85" fmla="*/ 147 h 200"/>
              <a:gd name="T86" fmla="*/ 163 w 199"/>
              <a:gd name="T87" fmla="*/ 135 h 200"/>
              <a:gd name="T88" fmla="*/ 170 w 199"/>
              <a:gd name="T89" fmla="*/ 120 h 200"/>
              <a:gd name="T90" fmla="*/ 186 w 199"/>
              <a:gd name="T91" fmla="*/ 120 h 200"/>
              <a:gd name="T92" fmla="*/ 199 w 199"/>
              <a:gd name="T93" fmla="*/ 107 h 200"/>
              <a:gd name="T94" fmla="*/ 199 w 199"/>
              <a:gd name="T95" fmla="*/ 93 h 200"/>
              <a:gd name="T96" fmla="*/ 186 w 199"/>
              <a:gd name="T97" fmla="*/ 80 h 200"/>
              <a:gd name="T98" fmla="*/ 100 w 199"/>
              <a:gd name="T99" fmla="*/ 140 h 200"/>
              <a:gd name="T100" fmla="*/ 60 w 199"/>
              <a:gd name="T101" fmla="*/ 100 h 200"/>
              <a:gd name="T102" fmla="*/ 100 w 199"/>
              <a:gd name="T103" fmla="*/ 60 h 200"/>
              <a:gd name="T104" fmla="*/ 139 w 199"/>
              <a:gd name="T105" fmla="*/ 100 h 200"/>
              <a:gd name="T106" fmla="*/ 100 w 199"/>
              <a:gd name="T107" fmla="*/ 140 h 200"/>
              <a:gd name="T108" fmla="*/ 100 w 199"/>
              <a:gd name="T109" fmla="*/ 80 h 200"/>
              <a:gd name="T110" fmla="*/ 80 w 199"/>
              <a:gd name="T111" fmla="*/ 100 h 200"/>
              <a:gd name="T112" fmla="*/ 100 w 199"/>
              <a:gd name="T113" fmla="*/ 120 h 200"/>
              <a:gd name="T114" fmla="*/ 120 w 199"/>
              <a:gd name="T115" fmla="*/ 100 h 200"/>
              <a:gd name="T116" fmla="*/ 100 w 199"/>
              <a:gd name="T117" fmla="*/ 8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99" h="200">
                <a:moveTo>
                  <a:pt x="186" y="80"/>
                </a:moveTo>
                <a:cubicBezTo>
                  <a:pt x="170" y="80"/>
                  <a:pt x="170" y="80"/>
                  <a:pt x="170" y="80"/>
                </a:cubicBezTo>
                <a:cubicBezTo>
                  <a:pt x="168" y="74"/>
                  <a:pt x="166" y="69"/>
                  <a:pt x="163" y="64"/>
                </a:cubicBezTo>
                <a:cubicBezTo>
                  <a:pt x="175" y="52"/>
                  <a:pt x="175" y="52"/>
                  <a:pt x="175" y="52"/>
                </a:cubicBezTo>
                <a:cubicBezTo>
                  <a:pt x="180" y="47"/>
                  <a:pt x="180" y="38"/>
                  <a:pt x="175" y="33"/>
                </a:cubicBezTo>
                <a:cubicBezTo>
                  <a:pt x="165" y="24"/>
                  <a:pt x="165" y="24"/>
                  <a:pt x="165" y="24"/>
                </a:cubicBezTo>
                <a:cubicBezTo>
                  <a:pt x="160" y="19"/>
                  <a:pt x="152" y="19"/>
                  <a:pt x="146" y="24"/>
                </a:cubicBezTo>
                <a:cubicBezTo>
                  <a:pt x="135" y="36"/>
                  <a:pt x="135" y="36"/>
                  <a:pt x="135" y="36"/>
                </a:cubicBezTo>
                <a:cubicBezTo>
                  <a:pt x="130" y="33"/>
                  <a:pt x="125" y="31"/>
                  <a:pt x="120" y="30"/>
                </a:cubicBezTo>
                <a:cubicBezTo>
                  <a:pt x="120" y="13"/>
                  <a:pt x="120" y="13"/>
                  <a:pt x="120" y="13"/>
                </a:cubicBezTo>
                <a:cubicBezTo>
                  <a:pt x="120" y="6"/>
                  <a:pt x="114" y="0"/>
                  <a:pt x="106" y="0"/>
                </a:cubicBezTo>
                <a:cubicBezTo>
                  <a:pt x="93" y="0"/>
                  <a:pt x="93" y="0"/>
                  <a:pt x="93" y="0"/>
                </a:cubicBezTo>
                <a:cubicBezTo>
                  <a:pt x="86" y="0"/>
                  <a:pt x="80" y="6"/>
                  <a:pt x="80" y="13"/>
                </a:cubicBezTo>
                <a:cubicBezTo>
                  <a:pt x="80" y="30"/>
                  <a:pt x="80" y="30"/>
                  <a:pt x="80" y="30"/>
                </a:cubicBezTo>
                <a:cubicBezTo>
                  <a:pt x="74" y="31"/>
                  <a:pt x="69" y="33"/>
                  <a:pt x="64" y="36"/>
                </a:cubicBezTo>
                <a:cubicBezTo>
                  <a:pt x="52" y="24"/>
                  <a:pt x="52" y="24"/>
                  <a:pt x="52" y="24"/>
                </a:cubicBezTo>
                <a:cubicBezTo>
                  <a:pt x="47" y="19"/>
                  <a:pt x="38" y="19"/>
                  <a:pt x="33" y="24"/>
                </a:cubicBezTo>
                <a:cubicBezTo>
                  <a:pt x="24" y="33"/>
                  <a:pt x="24" y="33"/>
                  <a:pt x="24" y="33"/>
                </a:cubicBezTo>
                <a:cubicBezTo>
                  <a:pt x="18" y="38"/>
                  <a:pt x="18" y="47"/>
                  <a:pt x="24" y="52"/>
                </a:cubicBezTo>
                <a:cubicBezTo>
                  <a:pt x="36" y="64"/>
                  <a:pt x="36" y="64"/>
                  <a:pt x="36" y="64"/>
                </a:cubicBezTo>
                <a:cubicBezTo>
                  <a:pt x="33" y="69"/>
                  <a:pt x="31" y="74"/>
                  <a:pt x="29" y="80"/>
                </a:cubicBezTo>
                <a:cubicBezTo>
                  <a:pt x="13" y="80"/>
                  <a:pt x="13" y="80"/>
                  <a:pt x="13" y="80"/>
                </a:cubicBezTo>
                <a:cubicBezTo>
                  <a:pt x="6" y="80"/>
                  <a:pt x="0" y="86"/>
                  <a:pt x="0" y="93"/>
                </a:cubicBezTo>
                <a:cubicBezTo>
                  <a:pt x="0" y="107"/>
                  <a:pt x="0" y="107"/>
                  <a:pt x="0" y="107"/>
                </a:cubicBezTo>
                <a:cubicBezTo>
                  <a:pt x="0" y="114"/>
                  <a:pt x="6" y="120"/>
                  <a:pt x="13" y="120"/>
                </a:cubicBezTo>
                <a:cubicBezTo>
                  <a:pt x="29" y="120"/>
                  <a:pt x="29" y="120"/>
                  <a:pt x="29" y="120"/>
                </a:cubicBezTo>
                <a:cubicBezTo>
                  <a:pt x="31" y="125"/>
                  <a:pt x="33" y="130"/>
                  <a:pt x="35" y="135"/>
                </a:cubicBezTo>
                <a:cubicBezTo>
                  <a:pt x="24" y="147"/>
                  <a:pt x="24" y="147"/>
                  <a:pt x="24" y="147"/>
                </a:cubicBezTo>
                <a:cubicBezTo>
                  <a:pt x="18" y="152"/>
                  <a:pt x="18" y="160"/>
                  <a:pt x="24" y="166"/>
                </a:cubicBezTo>
                <a:cubicBezTo>
                  <a:pt x="33" y="175"/>
                  <a:pt x="33" y="175"/>
                  <a:pt x="33" y="175"/>
                </a:cubicBezTo>
                <a:cubicBezTo>
                  <a:pt x="38" y="180"/>
                  <a:pt x="47" y="180"/>
                  <a:pt x="52" y="175"/>
                </a:cubicBezTo>
                <a:cubicBezTo>
                  <a:pt x="63" y="163"/>
                  <a:pt x="63" y="163"/>
                  <a:pt x="63" y="163"/>
                </a:cubicBezTo>
                <a:cubicBezTo>
                  <a:pt x="69" y="166"/>
                  <a:pt x="74" y="169"/>
                  <a:pt x="80" y="170"/>
                </a:cubicBezTo>
                <a:cubicBezTo>
                  <a:pt x="80" y="186"/>
                  <a:pt x="80" y="186"/>
                  <a:pt x="80" y="186"/>
                </a:cubicBezTo>
                <a:cubicBezTo>
                  <a:pt x="80" y="194"/>
                  <a:pt x="86" y="200"/>
                  <a:pt x="93" y="200"/>
                </a:cubicBezTo>
                <a:cubicBezTo>
                  <a:pt x="106" y="200"/>
                  <a:pt x="106" y="200"/>
                  <a:pt x="106" y="200"/>
                </a:cubicBezTo>
                <a:cubicBezTo>
                  <a:pt x="114" y="200"/>
                  <a:pt x="120" y="194"/>
                  <a:pt x="120" y="186"/>
                </a:cubicBezTo>
                <a:cubicBezTo>
                  <a:pt x="120" y="170"/>
                  <a:pt x="120" y="170"/>
                  <a:pt x="120" y="170"/>
                </a:cubicBezTo>
                <a:cubicBezTo>
                  <a:pt x="125" y="169"/>
                  <a:pt x="130" y="166"/>
                  <a:pt x="135" y="164"/>
                </a:cubicBezTo>
                <a:cubicBezTo>
                  <a:pt x="146" y="175"/>
                  <a:pt x="146" y="175"/>
                  <a:pt x="146" y="175"/>
                </a:cubicBezTo>
                <a:cubicBezTo>
                  <a:pt x="152" y="180"/>
                  <a:pt x="160" y="180"/>
                  <a:pt x="165" y="175"/>
                </a:cubicBezTo>
                <a:cubicBezTo>
                  <a:pt x="175" y="166"/>
                  <a:pt x="175" y="166"/>
                  <a:pt x="175" y="166"/>
                </a:cubicBezTo>
                <a:cubicBezTo>
                  <a:pt x="180" y="160"/>
                  <a:pt x="180" y="152"/>
                  <a:pt x="175" y="147"/>
                </a:cubicBezTo>
                <a:cubicBezTo>
                  <a:pt x="163" y="135"/>
                  <a:pt x="163" y="135"/>
                  <a:pt x="163" y="135"/>
                </a:cubicBezTo>
                <a:cubicBezTo>
                  <a:pt x="166" y="131"/>
                  <a:pt x="168" y="125"/>
                  <a:pt x="170" y="120"/>
                </a:cubicBezTo>
                <a:cubicBezTo>
                  <a:pt x="186" y="120"/>
                  <a:pt x="186" y="120"/>
                  <a:pt x="186" y="120"/>
                </a:cubicBezTo>
                <a:cubicBezTo>
                  <a:pt x="193" y="120"/>
                  <a:pt x="199" y="114"/>
                  <a:pt x="199" y="107"/>
                </a:cubicBezTo>
                <a:cubicBezTo>
                  <a:pt x="199" y="93"/>
                  <a:pt x="199" y="93"/>
                  <a:pt x="199" y="93"/>
                </a:cubicBezTo>
                <a:cubicBezTo>
                  <a:pt x="199" y="86"/>
                  <a:pt x="193" y="80"/>
                  <a:pt x="186" y="80"/>
                </a:cubicBezTo>
                <a:close/>
                <a:moveTo>
                  <a:pt x="100" y="140"/>
                </a:moveTo>
                <a:cubicBezTo>
                  <a:pt x="78" y="140"/>
                  <a:pt x="60" y="122"/>
                  <a:pt x="60" y="100"/>
                </a:cubicBezTo>
                <a:cubicBezTo>
                  <a:pt x="60" y="78"/>
                  <a:pt x="78" y="60"/>
                  <a:pt x="100" y="60"/>
                </a:cubicBezTo>
                <a:cubicBezTo>
                  <a:pt x="122" y="60"/>
                  <a:pt x="139" y="78"/>
                  <a:pt x="139" y="100"/>
                </a:cubicBezTo>
                <a:cubicBezTo>
                  <a:pt x="139" y="122"/>
                  <a:pt x="122" y="140"/>
                  <a:pt x="100" y="140"/>
                </a:cubicBezTo>
                <a:close/>
                <a:moveTo>
                  <a:pt x="100" y="80"/>
                </a:moveTo>
                <a:cubicBezTo>
                  <a:pt x="89" y="80"/>
                  <a:pt x="80" y="89"/>
                  <a:pt x="80" y="100"/>
                </a:cubicBezTo>
                <a:cubicBezTo>
                  <a:pt x="80" y="111"/>
                  <a:pt x="89" y="120"/>
                  <a:pt x="100" y="120"/>
                </a:cubicBezTo>
                <a:cubicBezTo>
                  <a:pt x="111" y="120"/>
                  <a:pt x="120" y="111"/>
                  <a:pt x="120" y="100"/>
                </a:cubicBezTo>
                <a:cubicBezTo>
                  <a:pt x="120" y="89"/>
                  <a:pt x="111" y="80"/>
                  <a:pt x="100" y="8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72" name="Freeform 42">
            <a:extLst>
              <a:ext uri="{FF2B5EF4-FFF2-40B4-BE49-F238E27FC236}">
                <a16:creationId xmlns:a16="http://schemas.microsoft.com/office/drawing/2014/main" id="{97E9FE8F-D49E-05F3-B34E-51FDB70E25AC}"/>
              </a:ext>
            </a:extLst>
          </p:cNvPr>
          <p:cNvSpPr>
            <a:spLocks noEditPoints="1"/>
          </p:cNvSpPr>
          <p:nvPr/>
        </p:nvSpPr>
        <p:spPr bwMode="auto">
          <a:xfrm>
            <a:off x="5950026" y="3129350"/>
            <a:ext cx="338745" cy="392157"/>
          </a:xfrm>
          <a:custGeom>
            <a:avLst/>
            <a:gdLst>
              <a:gd name="T0" fmla="*/ 159 w 172"/>
              <a:gd name="T1" fmla="*/ 36 h 199"/>
              <a:gd name="T2" fmla="*/ 124 w 172"/>
              <a:gd name="T3" fmla="*/ 36 h 199"/>
              <a:gd name="T4" fmla="*/ 86 w 172"/>
              <a:gd name="T5" fmla="*/ 0 h 199"/>
              <a:gd name="T6" fmla="*/ 49 w 172"/>
              <a:gd name="T7" fmla="*/ 36 h 199"/>
              <a:gd name="T8" fmla="*/ 12 w 172"/>
              <a:gd name="T9" fmla="*/ 36 h 199"/>
              <a:gd name="T10" fmla="*/ 0 w 172"/>
              <a:gd name="T11" fmla="*/ 49 h 199"/>
              <a:gd name="T12" fmla="*/ 11 w 172"/>
              <a:gd name="T13" fmla="*/ 62 h 199"/>
              <a:gd name="T14" fmla="*/ 11 w 172"/>
              <a:gd name="T15" fmla="*/ 162 h 199"/>
              <a:gd name="T16" fmla="*/ 49 w 172"/>
              <a:gd name="T17" fmla="*/ 199 h 199"/>
              <a:gd name="T18" fmla="*/ 124 w 172"/>
              <a:gd name="T19" fmla="*/ 199 h 199"/>
              <a:gd name="T20" fmla="*/ 159 w 172"/>
              <a:gd name="T21" fmla="*/ 162 h 199"/>
              <a:gd name="T22" fmla="*/ 159 w 172"/>
              <a:gd name="T23" fmla="*/ 62 h 199"/>
              <a:gd name="T24" fmla="*/ 172 w 172"/>
              <a:gd name="T25" fmla="*/ 49 h 199"/>
              <a:gd name="T26" fmla="*/ 159 w 172"/>
              <a:gd name="T27" fmla="*/ 36 h 199"/>
              <a:gd name="T28" fmla="*/ 86 w 172"/>
              <a:gd name="T29" fmla="*/ 22 h 199"/>
              <a:gd name="T30" fmla="*/ 99 w 172"/>
              <a:gd name="T31" fmla="*/ 36 h 199"/>
              <a:gd name="T32" fmla="*/ 74 w 172"/>
              <a:gd name="T33" fmla="*/ 36 h 199"/>
              <a:gd name="T34" fmla="*/ 86 w 172"/>
              <a:gd name="T35" fmla="*/ 22 h 199"/>
              <a:gd name="T36" fmla="*/ 136 w 172"/>
              <a:gd name="T37" fmla="*/ 163 h 199"/>
              <a:gd name="T38" fmla="*/ 123 w 172"/>
              <a:gd name="T39" fmla="*/ 176 h 199"/>
              <a:gd name="T40" fmla="*/ 48 w 172"/>
              <a:gd name="T41" fmla="*/ 176 h 199"/>
              <a:gd name="T42" fmla="*/ 36 w 172"/>
              <a:gd name="T43" fmla="*/ 163 h 199"/>
              <a:gd name="T44" fmla="*/ 36 w 172"/>
              <a:gd name="T45" fmla="*/ 63 h 199"/>
              <a:gd name="T46" fmla="*/ 136 w 172"/>
              <a:gd name="T47" fmla="*/ 63 h 199"/>
              <a:gd name="T48" fmla="*/ 136 w 172"/>
              <a:gd name="T49" fmla="*/ 163 h 199"/>
              <a:gd name="T50" fmla="*/ 55 w 172"/>
              <a:gd name="T51" fmla="*/ 149 h 199"/>
              <a:gd name="T52" fmla="*/ 64 w 172"/>
              <a:gd name="T53" fmla="*/ 142 h 199"/>
              <a:gd name="T54" fmla="*/ 64 w 172"/>
              <a:gd name="T55" fmla="*/ 93 h 199"/>
              <a:gd name="T56" fmla="*/ 55 w 172"/>
              <a:gd name="T57" fmla="*/ 86 h 199"/>
              <a:gd name="T58" fmla="*/ 47 w 172"/>
              <a:gd name="T59" fmla="*/ 93 h 199"/>
              <a:gd name="T60" fmla="*/ 47 w 172"/>
              <a:gd name="T61" fmla="*/ 142 h 199"/>
              <a:gd name="T62" fmla="*/ 55 w 172"/>
              <a:gd name="T63" fmla="*/ 149 h 199"/>
              <a:gd name="T64" fmla="*/ 115 w 172"/>
              <a:gd name="T65" fmla="*/ 149 h 199"/>
              <a:gd name="T66" fmla="*/ 124 w 172"/>
              <a:gd name="T67" fmla="*/ 142 h 199"/>
              <a:gd name="T68" fmla="*/ 124 w 172"/>
              <a:gd name="T69" fmla="*/ 93 h 199"/>
              <a:gd name="T70" fmla="*/ 115 w 172"/>
              <a:gd name="T71" fmla="*/ 86 h 199"/>
              <a:gd name="T72" fmla="*/ 107 w 172"/>
              <a:gd name="T73" fmla="*/ 93 h 199"/>
              <a:gd name="T74" fmla="*/ 107 w 172"/>
              <a:gd name="T75" fmla="*/ 142 h 199"/>
              <a:gd name="T76" fmla="*/ 115 w 172"/>
              <a:gd name="T77" fmla="*/ 149 h 199"/>
              <a:gd name="T78" fmla="*/ 84 w 172"/>
              <a:gd name="T79" fmla="*/ 149 h 199"/>
              <a:gd name="T80" fmla="*/ 93 w 172"/>
              <a:gd name="T81" fmla="*/ 142 h 199"/>
              <a:gd name="T82" fmla="*/ 93 w 172"/>
              <a:gd name="T83" fmla="*/ 93 h 199"/>
              <a:gd name="T84" fmla="*/ 84 w 172"/>
              <a:gd name="T85" fmla="*/ 86 h 199"/>
              <a:gd name="T86" fmla="*/ 76 w 172"/>
              <a:gd name="T87" fmla="*/ 93 h 199"/>
              <a:gd name="T88" fmla="*/ 76 w 172"/>
              <a:gd name="T89" fmla="*/ 142 h 199"/>
              <a:gd name="T90" fmla="*/ 84 w 172"/>
              <a:gd name="T91" fmla="*/ 14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72" h="199">
                <a:moveTo>
                  <a:pt x="159" y="36"/>
                </a:moveTo>
                <a:cubicBezTo>
                  <a:pt x="124" y="36"/>
                  <a:pt x="124" y="36"/>
                  <a:pt x="124" y="36"/>
                </a:cubicBezTo>
                <a:cubicBezTo>
                  <a:pt x="124" y="15"/>
                  <a:pt x="107" y="0"/>
                  <a:pt x="86" y="0"/>
                </a:cubicBezTo>
                <a:cubicBezTo>
                  <a:pt x="66" y="0"/>
                  <a:pt x="49" y="15"/>
                  <a:pt x="49" y="36"/>
                </a:cubicBezTo>
                <a:cubicBezTo>
                  <a:pt x="12" y="36"/>
                  <a:pt x="12" y="36"/>
                  <a:pt x="12" y="36"/>
                </a:cubicBezTo>
                <a:cubicBezTo>
                  <a:pt x="5" y="36"/>
                  <a:pt x="0" y="42"/>
                  <a:pt x="0" y="49"/>
                </a:cubicBezTo>
                <a:cubicBezTo>
                  <a:pt x="0" y="56"/>
                  <a:pt x="4" y="62"/>
                  <a:pt x="11" y="62"/>
                </a:cubicBezTo>
                <a:cubicBezTo>
                  <a:pt x="11" y="162"/>
                  <a:pt x="11" y="162"/>
                  <a:pt x="11" y="162"/>
                </a:cubicBezTo>
                <a:cubicBezTo>
                  <a:pt x="11" y="183"/>
                  <a:pt x="29" y="199"/>
                  <a:pt x="49" y="199"/>
                </a:cubicBezTo>
                <a:cubicBezTo>
                  <a:pt x="124" y="199"/>
                  <a:pt x="124" y="199"/>
                  <a:pt x="124" y="199"/>
                </a:cubicBezTo>
                <a:cubicBezTo>
                  <a:pt x="144" y="199"/>
                  <a:pt x="159" y="183"/>
                  <a:pt x="159" y="162"/>
                </a:cubicBezTo>
                <a:cubicBezTo>
                  <a:pt x="159" y="62"/>
                  <a:pt x="159" y="62"/>
                  <a:pt x="159" y="62"/>
                </a:cubicBezTo>
                <a:cubicBezTo>
                  <a:pt x="166" y="62"/>
                  <a:pt x="172" y="56"/>
                  <a:pt x="172" y="49"/>
                </a:cubicBezTo>
                <a:cubicBezTo>
                  <a:pt x="172" y="42"/>
                  <a:pt x="166" y="36"/>
                  <a:pt x="159" y="36"/>
                </a:cubicBezTo>
                <a:close/>
                <a:moveTo>
                  <a:pt x="86" y="22"/>
                </a:moveTo>
                <a:cubicBezTo>
                  <a:pt x="93" y="22"/>
                  <a:pt x="99" y="29"/>
                  <a:pt x="99" y="36"/>
                </a:cubicBezTo>
                <a:cubicBezTo>
                  <a:pt x="74" y="36"/>
                  <a:pt x="74" y="36"/>
                  <a:pt x="74" y="36"/>
                </a:cubicBezTo>
                <a:cubicBezTo>
                  <a:pt x="74" y="29"/>
                  <a:pt x="80" y="22"/>
                  <a:pt x="86" y="22"/>
                </a:cubicBezTo>
                <a:close/>
                <a:moveTo>
                  <a:pt x="136" y="163"/>
                </a:moveTo>
                <a:cubicBezTo>
                  <a:pt x="136" y="170"/>
                  <a:pt x="130" y="176"/>
                  <a:pt x="123" y="176"/>
                </a:cubicBezTo>
                <a:cubicBezTo>
                  <a:pt x="48" y="176"/>
                  <a:pt x="48" y="176"/>
                  <a:pt x="48" y="176"/>
                </a:cubicBezTo>
                <a:cubicBezTo>
                  <a:pt x="41" y="176"/>
                  <a:pt x="36" y="170"/>
                  <a:pt x="36" y="163"/>
                </a:cubicBezTo>
                <a:cubicBezTo>
                  <a:pt x="36" y="63"/>
                  <a:pt x="36" y="63"/>
                  <a:pt x="36" y="63"/>
                </a:cubicBezTo>
                <a:cubicBezTo>
                  <a:pt x="136" y="63"/>
                  <a:pt x="136" y="63"/>
                  <a:pt x="136" y="63"/>
                </a:cubicBezTo>
                <a:lnTo>
                  <a:pt x="136" y="163"/>
                </a:lnTo>
                <a:close/>
                <a:moveTo>
                  <a:pt x="55" y="149"/>
                </a:moveTo>
                <a:cubicBezTo>
                  <a:pt x="58" y="149"/>
                  <a:pt x="64" y="146"/>
                  <a:pt x="64" y="142"/>
                </a:cubicBezTo>
                <a:cubicBezTo>
                  <a:pt x="64" y="93"/>
                  <a:pt x="64" y="93"/>
                  <a:pt x="64" y="93"/>
                </a:cubicBezTo>
                <a:cubicBezTo>
                  <a:pt x="64" y="89"/>
                  <a:pt x="58" y="86"/>
                  <a:pt x="55" y="86"/>
                </a:cubicBezTo>
                <a:cubicBezTo>
                  <a:pt x="51" y="86"/>
                  <a:pt x="47" y="89"/>
                  <a:pt x="47" y="93"/>
                </a:cubicBezTo>
                <a:cubicBezTo>
                  <a:pt x="47" y="142"/>
                  <a:pt x="47" y="142"/>
                  <a:pt x="47" y="142"/>
                </a:cubicBezTo>
                <a:cubicBezTo>
                  <a:pt x="47" y="146"/>
                  <a:pt x="51" y="149"/>
                  <a:pt x="55" y="149"/>
                </a:cubicBezTo>
                <a:close/>
                <a:moveTo>
                  <a:pt x="115" y="149"/>
                </a:moveTo>
                <a:cubicBezTo>
                  <a:pt x="118" y="149"/>
                  <a:pt x="124" y="146"/>
                  <a:pt x="124" y="142"/>
                </a:cubicBezTo>
                <a:cubicBezTo>
                  <a:pt x="124" y="93"/>
                  <a:pt x="124" y="93"/>
                  <a:pt x="124" y="93"/>
                </a:cubicBezTo>
                <a:cubicBezTo>
                  <a:pt x="124" y="89"/>
                  <a:pt x="118" y="86"/>
                  <a:pt x="115" y="86"/>
                </a:cubicBezTo>
                <a:cubicBezTo>
                  <a:pt x="111" y="86"/>
                  <a:pt x="107" y="89"/>
                  <a:pt x="107" y="93"/>
                </a:cubicBezTo>
                <a:cubicBezTo>
                  <a:pt x="107" y="142"/>
                  <a:pt x="107" y="142"/>
                  <a:pt x="107" y="142"/>
                </a:cubicBezTo>
                <a:cubicBezTo>
                  <a:pt x="107" y="146"/>
                  <a:pt x="111" y="149"/>
                  <a:pt x="115" y="149"/>
                </a:cubicBezTo>
                <a:close/>
                <a:moveTo>
                  <a:pt x="84" y="149"/>
                </a:moveTo>
                <a:cubicBezTo>
                  <a:pt x="87" y="149"/>
                  <a:pt x="93" y="146"/>
                  <a:pt x="93" y="142"/>
                </a:cubicBezTo>
                <a:cubicBezTo>
                  <a:pt x="93" y="93"/>
                  <a:pt x="93" y="93"/>
                  <a:pt x="93" y="93"/>
                </a:cubicBezTo>
                <a:cubicBezTo>
                  <a:pt x="93" y="89"/>
                  <a:pt x="87" y="86"/>
                  <a:pt x="84" y="86"/>
                </a:cubicBezTo>
                <a:cubicBezTo>
                  <a:pt x="80" y="86"/>
                  <a:pt x="76" y="89"/>
                  <a:pt x="76" y="93"/>
                </a:cubicBezTo>
                <a:cubicBezTo>
                  <a:pt x="76" y="142"/>
                  <a:pt x="76" y="142"/>
                  <a:pt x="76" y="142"/>
                </a:cubicBezTo>
                <a:cubicBezTo>
                  <a:pt x="76" y="146"/>
                  <a:pt x="80" y="149"/>
                  <a:pt x="84" y="14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Tree>
    <p:extLst>
      <p:ext uri="{BB962C8B-B14F-4D97-AF65-F5344CB8AC3E}">
        <p14:creationId xmlns:p14="http://schemas.microsoft.com/office/powerpoint/2010/main" val="137410770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38A56-B03C-E05E-31BF-CA4D2F578C6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D498125-D599-FBCE-59CD-47A03E6A7151}"/>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取得成果展示</a:t>
            </a:r>
          </a:p>
        </p:txBody>
      </p:sp>
      <p:sp>
        <p:nvSpPr>
          <p:cNvPr id="3" name="任意形状 2">
            <a:extLst>
              <a:ext uri="{FF2B5EF4-FFF2-40B4-BE49-F238E27FC236}">
                <a16:creationId xmlns:a16="http://schemas.microsoft.com/office/drawing/2014/main" id="{1DA0BE56-F8E6-5136-A6E3-0DC0D427EDDF}"/>
              </a:ext>
            </a:extLst>
          </p:cNvPr>
          <p:cNvSpPr/>
          <p:nvPr/>
        </p:nvSpPr>
        <p:spPr>
          <a:xfrm>
            <a:off x="6344937" y="2080301"/>
            <a:ext cx="837398" cy="3339968"/>
          </a:xfrm>
          <a:custGeom>
            <a:avLst/>
            <a:gdLst>
              <a:gd name="connsiteX0" fmla="*/ 418699 w 837398"/>
              <a:gd name="connsiteY0" fmla="*/ 0 h 3339968"/>
              <a:gd name="connsiteX1" fmla="*/ 837398 w 837398"/>
              <a:gd name="connsiteY1" fmla="*/ 101066 h 3339968"/>
              <a:gd name="connsiteX2" fmla="*/ 833379 w 837398"/>
              <a:gd name="connsiteY2" fmla="*/ 110691 h 3339968"/>
              <a:gd name="connsiteX3" fmla="*/ 837398 w 837398"/>
              <a:gd name="connsiteY3" fmla="*/ 110691 h 3339968"/>
              <a:gd name="connsiteX4" fmla="*/ 837398 w 837398"/>
              <a:gd name="connsiteY4" fmla="*/ 3238902 h 3339968"/>
              <a:gd name="connsiteX5" fmla="*/ 418699 w 837398"/>
              <a:gd name="connsiteY5" fmla="*/ 3339968 h 3339968"/>
              <a:gd name="connsiteX6" fmla="*/ 0 w 837398"/>
              <a:gd name="connsiteY6" fmla="*/ 3238902 h 3339968"/>
              <a:gd name="connsiteX7" fmla="*/ 0 w 837398"/>
              <a:gd name="connsiteY7" fmla="*/ 110691 h 3339968"/>
              <a:gd name="connsiteX8" fmla="*/ 4020 w 837398"/>
              <a:gd name="connsiteY8" fmla="*/ 110691 h 3339968"/>
              <a:gd name="connsiteX9" fmla="*/ 0 w 837398"/>
              <a:gd name="connsiteY9" fmla="*/ 101066 h 3339968"/>
              <a:gd name="connsiteX10" fmla="*/ 418699 w 837398"/>
              <a:gd name="connsiteY10" fmla="*/ 0 h 33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7398" h="3339968">
                <a:moveTo>
                  <a:pt x="418699" y="0"/>
                </a:moveTo>
                <a:cubicBezTo>
                  <a:pt x="649940" y="0"/>
                  <a:pt x="837398" y="45249"/>
                  <a:pt x="837398" y="101066"/>
                </a:cubicBezTo>
                <a:lnTo>
                  <a:pt x="833379" y="110691"/>
                </a:lnTo>
                <a:lnTo>
                  <a:pt x="837398" y="110691"/>
                </a:lnTo>
                <a:lnTo>
                  <a:pt x="837398" y="3238902"/>
                </a:lnTo>
                <a:cubicBezTo>
                  <a:pt x="837398" y="3294719"/>
                  <a:pt x="649940" y="3339968"/>
                  <a:pt x="418699" y="3339968"/>
                </a:cubicBezTo>
                <a:cubicBezTo>
                  <a:pt x="187458" y="3339968"/>
                  <a:pt x="0" y="3294719"/>
                  <a:pt x="0" y="3238902"/>
                </a:cubicBezTo>
                <a:lnTo>
                  <a:pt x="0" y="110691"/>
                </a:lnTo>
                <a:lnTo>
                  <a:pt x="4020" y="110691"/>
                </a:lnTo>
                <a:lnTo>
                  <a:pt x="0" y="101066"/>
                </a:lnTo>
                <a:cubicBezTo>
                  <a:pt x="0" y="45249"/>
                  <a:pt x="187458" y="0"/>
                  <a:pt x="418699" y="0"/>
                </a:cubicBezTo>
                <a:close/>
              </a:path>
            </a:pathLst>
          </a:custGeom>
          <a:gradFill flip="none" rotWithShape="1">
            <a:gsLst>
              <a:gs pos="0">
                <a:schemeClr val="bg1">
                  <a:lumMod val="95000"/>
                </a:schemeClr>
              </a:gs>
              <a:gs pos="63000">
                <a:schemeClr val="bg1">
                  <a:alpha val="60009"/>
                </a:schemeClr>
              </a:gs>
              <a:gs pos="34000">
                <a:schemeClr val="bg1">
                  <a:alpha val="59849"/>
                </a:schemeClr>
              </a:gs>
              <a:gs pos="100000">
                <a:schemeClr val="bg1">
                  <a:lumMod val="9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4" name="任意形状 3">
            <a:extLst>
              <a:ext uri="{FF2B5EF4-FFF2-40B4-BE49-F238E27FC236}">
                <a16:creationId xmlns:a16="http://schemas.microsoft.com/office/drawing/2014/main" id="{99EAE282-7B17-F271-1C1B-C2AC58573CD5}"/>
              </a:ext>
            </a:extLst>
          </p:cNvPr>
          <p:cNvSpPr/>
          <p:nvPr/>
        </p:nvSpPr>
        <p:spPr>
          <a:xfrm>
            <a:off x="7353984" y="2080301"/>
            <a:ext cx="837398" cy="3339968"/>
          </a:xfrm>
          <a:custGeom>
            <a:avLst/>
            <a:gdLst>
              <a:gd name="connsiteX0" fmla="*/ 418699 w 837398"/>
              <a:gd name="connsiteY0" fmla="*/ 0 h 3339968"/>
              <a:gd name="connsiteX1" fmla="*/ 837398 w 837398"/>
              <a:gd name="connsiteY1" fmla="*/ 101066 h 3339968"/>
              <a:gd name="connsiteX2" fmla="*/ 833379 w 837398"/>
              <a:gd name="connsiteY2" fmla="*/ 110691 h 3339968"/>
              <a:gd name="connsiteX3" fmla="*/ 837398 w 837398"/>
              <a:gd name="connsiteY3" fmla="*/ 110691 h 3339968"/>
              <a:gd name="connsiteX4" fmla="*/ 837398 w 837398"/>
              <a:gd name="connsiteY4" fmla="*/ 3238902 h 3339968"/>
              <a:gd name="connsiteX5" fmla="*/ 418699 w 837398"/>
              <a:gd name="connsiteY5" fmla="*/ 3339968 h 3339968"/>
              <a:gd name="connsiteX6" fmla="*/ 0 w 837398"/>
              <a:gd name="connsiteY6" fmla="*/ 3238902 h 3339968"/>
              <a:gd name="connsiteX7" fmla="*/ 0 w 837398"/>
              <a:gd name="connsiteY7" fmla="*/ 110691 h 3339968"/>
              <a:gd name="connsiteX8" fmla="*/ 4020 w 837398"/>
              <a:gd name="connsiteY8" fmla="*/ 110691 h 3339968"/>
              <a:gd name="connsiteX9" fmla="*/ 0 w 837398"/>
              <a:gd name="connsiteY9" fmla="*/ 101066 h 3339968"/>
              <a:gd name="connsiteX10" fmla="*/ 418699 w 837398"/>
              <a:gd name="connsiteY10" fmla="*/ 0 h 33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7398" h="3339968">
                <a:moveTo>
                  <a:pt x="418699" y="0"/>
                </a:moveTo>
                <a:cubicBezTo>
                  <a:pt x="649940" y="0"/>
                  <a:pt x="837398" y="45249"/>
                  <a:pt x="837398" y="101066"/>
                </a:cubicBezTo>
                <a:lnTo>
                  <a:pt x="833379" y="110691"/>
                </a:lnTo>
                <a:lnTo>
                  <a:pt x="837398" y="110691"/>
                </a:lnTo>
                <a:lnTo>
                  <a:pt x="837398" y="3238902"/>
                </a:lnTo>
                <a:cubicBezTo>
                  <a:pt x="837398" y="3294719"/>
                  <a:pt x="649940" y="3339968"/>
                  <a:pt x="418699" y="3339968"/>
                </a:cubicBezTo>
                <a:cubicBezTo>
                  <a:pt x="187458" y="3339968"/>
                  <a:pt x="0" y="3294719"/>
                  <a:pt x="0" y="3238902"/>
                </a:cubicBezTo>
                <a:lnTo>
                  <a:pt x="0" y="110691"/>
                </a:lnTo>
                <a:lnTo>
                  <a:pt x="4020" y="110691"/>
                </a:lnTo>
                <a:lnTo>
                  <a:pt x="0" y="101066"/>
                </a:lnTo>
                <a:cubicBezTo>
                  <a:pt x="0" y="45249"/>
                  <a:pt x="187458" y="0"/>
                  <a:pt x="418699" y="0"/>
                </a:cubicBezTo>
                <a:close/>
              </a:path>
            </a:pathLst>
          </a:custGeom>
          <a:gradFill flip="none" rotWithShape="1">
            <a:gsLst>
              <a:gs pos="0">
                <a:schemeClr val="bg1">
                  <a:lumMod val="95000"/>
                </a:schemeClr>
              </a:gs>
              <a:gs pos="63000">
                <a:schemeClr val="bg1">
                  <a:alpha val="60009"/>
                </a:schemeClr>
              </a:gs>
              <a:gs pos="34000">
                <a:schemeClr val="bg1">
                  <a:alpha val="59849"/>
                </a:schemeClr>
              </a:gs>
              <a:gs pos="100000">
                <a:schemeClr val="bg1">
                  <a:lumMod val="9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5" name="任意形状 4">
            <a:extLst>
              <a:ext uri="{FF2B5EF4-FFF2-40B4-BE49-F238E27FC236}">
                <a16:creationId xmlns:a16="http://schemas.microsoft.com/office/drawing/2014/main" id="{C7D6A5D1-F591-B037-A781-6CFC59E225D5}"/>
              </a:ext>
            </a:extLst>
          </p:cNvPr>
          <p:cNvSpPr/>
          <p:nvPr/>
        </p:nvSpPr>
        <p:spPr>
          <a:xfrm>
            <a:off x="8363031" y="2080301"/>
            <a:ext cx="837398" cy="3339968"/>
          </a:xfrm>
          <a:custGeom>
            <a:avLst/>
            <a:gdLst>
              <a:gd name="connsiteX0" fmla="*/ 418699 w 837398"/>
              <a:gd name="connsiteY0" fmla="*/ 0 h 3339968"/>
              <a:gd name="connsiteX1" fmla="*/ 837398 w 837398"/>
              <a:gd name="connsiteY1" fmla="*/ 101066 h 3339968"/>
              <a:gd name="connsiteX2" fmla="*/ 833379 w 837398"/>
              <a:gd name="connsiteY2" fmla="*/ 110691 h 3339968"/>
              <a:gd name="connsiteX3" fmla="*/ 837398 w 837398"/>
              <a:gd name="connsiteY3" fmla="*/ 110691 h 3339968"/>
              <a:gd name="connsiteX4" fmla="*/ 837398 w 837398"/>
              <a:gd name="connsiteY4" fmla="*/ 3238902 h 3339968"/>
              <a:gd name="connsiteX5" fmla="*/ 418699 w 837398"/>
              <a:gd name="connsiteY5" fmla="*/ 3339968 h 3339968"/>
              <a:gd name="connsiteX6" fmla="*/ 0 w 837398"/>
              <a:gd name="connsiteY6" fmla="*/ 3238902 h 3339968"/>
              <a:gd name="connsiteX7" fmla="*/ 0 w 837398"/>
              <a:gd name="connsiteY7" fmla="*/ 110691 h 3339968"/>
              <a:gd name="connsiteX8" fmla="*/ 4020 w 837398"/>
              <a:gd name="connsiteY8" fmla="*/ 110691 h 3339968"/>
              <a:gd name="connsiteX9" fmla="*/ 0 w 837398"/>
              <a:gd name="connsiteY9" fmla="*/ 101066 h 3339968"/>
              <a:gd name="connsiteX10" fmla="*/ 418699 w 837398"/>
              <a:gd name="connsiteY10" fmla="*/ 0 h 33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7398" h="3339968">
                <a:moveTo>
                  <a:pt x="418699" y="0"/>
                </a:moveTo>
                <a:cubicBezTo>
                  <a:pt x="649940" y="0"/>
                  <a:pt x="837398" y="45249"/>
                  <a:pt x="837398" y="101066"/>
                </a:cubicBezTo>
                <a:lnTo>
                  <a:pt x="833379" y="110691"/>
                </a:lnTo>
                <a:lnTo>
                  <a:pt x="837398" y="110691"/>
                </a:lnTo>
                <a:lnTo>
                  <a:pt x="837398" y="3238902"/>
                </a:lnTo>
                <a:cubicBezTo>
                  <a:pt x="837398" y="3294719"/>
                  <a:pt x="649940" y="3339968"/>
                  <a:pt x="418699" y="3339968"/>
                </a:cubicBezTo>
                <a:cubicBezTo>
                  <a:pt x="187458" y="3339968"/>
                  <a:pt x="0" y="3294719"/>
                  <a:pt x="0" y="3238902"/>
                </a:cubicBezTo>
                <a:lnTo>
                  <a:pt x="0" y="110691"/>
                </a:lnTo>
                <a:lnTo>
                  <a:pt x="4020" y="110691"/>
                </a:lnTo>
                <a:lnTo>
                  <a:pt x="0" y="101066"/>
                </a:lnTo>
                <a:cubicBezTo>
                  <a:pt x="0" y="45249"/>
                  <a:pt x="187458" y="0"/>
                  <a:pt x="418699" y="0"/>
                </a:cubicBezTo>
                <a:close/>
              </a:path>
            </a:pathLst>
          </a:custGeom>
          <a:gradFill flip="none" rotWithShape="1">
            <a:gsLst>
              <a:gs pos="0">
                <a:schemeClr val="bg1">
                  <a:lumMod val="95000"/>
                </a:schemeClr>
              </a:gs>
              <a:gs pos="63000">
                <a:schemeClr val="bg1">
                  <a:alpha val="60009"/>
                </a:schemeClr>
              </a:gs>
              <a:gs pos="34000">
                <a:schemeClr val="bg1">
                  <a:alpha val="59849"/>
                </a:schemeClr>
              </a:gs>
              <a:gs pos="100000">
                <a:schemeClr val="bg1">
                  <a:lumMod val="9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6" name="任意形状 5">
            <a:extLst>
              <a:ext uri="{FF2B5EF4-FFF2-40B4-BE49-F238E27FC236}">
                <a16:creationId xmlns:a16="http://schemas.microsoft.com/office/drawing/2014/main" id="{8C16BC46-D10B-8BE2-EAB4-8286B48992FE}"/>
              </a:ext>
            </a:extLst>
          </p:cNvPr>
          <p:cNvSpPr/>
          <p:nvPr/>
        </p:nvSpPr>
        <p:spPr>
          <a:xfrm>
            <a:off x="9372078" y="2080301"/>
            <a:ext cx="837398" cy="3339968"/>
          </a:xfrm>
          <a:custGeom>
            <a:avLst/>
            <a:gdLst>
              <a:gd name="connsiteX0" fmla="*/ 418699 w 837398"/>
              <a:gd name="connsiteY0" fmla="*/ 0 h 3339968"/>
              <a:gd name="connsiteX1" fmla="*/ 837398 w 837398"/>
              <a:gd name="connsiteY1" fmla="*/ 101066 h 3339968"/>
              <a:gd name="connsiteX2" fmla="*/ 833379 w 837398"/>
              <a:gd name="connsiteY2" fmla="*/ 110691 h 3339968"/>
              <a:gd name="connsiteX3" fmla="*/ 837398 w 837398"/>
              <a:gd name="connsiteY3" fmla="*/ 110691 h 3339968"/>
              <a:gd name="connsiteX4" fmla="*/ 837398 w 837398"/>
              <a:gd name="connsiteY4" fmla="*/ 3238902 h 3339968"/>
              <a:gd name="connsiteX5" fmla="*/ 418699 w 837398"/>
              <a:gd name="connsiteY5" fmla="*/ 3339968 h 3339968"/>
              <a:gd name="connsiteX6" fmla="*/ 0 w 837398"/>
              <a:gd name="connsiteY6" fmla="*/ 3238902 h 3339968"/>
              <a:gd name="connsiteX7" fmla="*/ 0 w 837398"/>
              <a:gd name="connsiteY7" fmla="*/ 110691 h 3339968"/>
              <a:gd name="connsiteX8" fmla="*/ 4020 w 837398"/>
              <a:gd name="connsiteY8" fmla="*/ 110691 h 3339968"/>
              <a:gd name="connsiteX9" fmla="*/ 0 w 837398"/>
              <a:gd name="connsiteY9" fmla="*/ 101066 h 3339968"/>
              <a:gd name="connsiteX10" fmla="*/ 418699 w 837398"/>
              <a:gd name="connsiteY10" fmla="*/ 0 h 3339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37398" h="3339968">
                <a:moveTo>
                  <a:pt x="418699" y="0"/>
                </a:moveTo>
                <a:cubicBezTo>
                  <a:pt x="649940" y="0"/>
                  <a:pt x="837398" y="45249"/>
                  <a:pt x="837398" y="101066"/>
                </a:cubicBezTo>
                <a:lnTo>
                  <a:pt x="833379" y="110691"/>
                </a:lnTo>
                <a:lnTo>
                  <a:pt x="837398" y="110691"/>
                </a:lnTo>
                <a:lnTo>
                  <a:pt x="837398" y="3238902"/>
                </a:lnTo>
                <a:cubicBezTo>
                  <a:pt x="837398" y="3294719"/>
                  <a:pt x="649940" y="3339968"/>
                  <a:pt x="418699" y="3339968"/>
                </a:cubicBezTo>
                <a:cubicBezTo>
                  <a:pt x="187458" y="3339968"/>
                  <a:pt x="0" y="3294719"/>
                  <a:pt x="0" y="3238902"/>
                </a:cubicBezTo>
                <a:lnTo>
                  <a:pt x="0" y="110691"/>
                </a:lnTo>
                <a:lnTo>
                  <a:pt x="4020" y="110691"/>
                </a:lnTo>
                <a:lnTo>
                  <a:pt x="0" y="101066"/>
                </a:lnTo>
                <a:cubicBezTo>
                  <a:pt x="0" y="45249"/>
                  <a:pt x="187458" y="0"/>
                  <a:pt x="418699" y="0"/>
                </a:cubicBezTo>
                <a:close/>
              </a:path>
            </a:pathLst>
          </a:custGeom>
          <a:gradFill flip="none" rotWithShape="1">
            <a:gsLst>
              <a:gs pos="0">
                <a:schemeClr val="bg1">
                  <a:lumMod val="95000"/>
                </a:schemeClr>
              </a:gs>
              <a:gs pos="63000">
                <a:schemeClr val="bg1">
                  <a:alpha val="60009"/>
                </a:schemeClr>
              </a:gs>
              <a:gs pos="34000">
                <a:schemeClr val="bg1">
                  <a:alpha val="59849"/>
                </a:schemeClr>
              </a:gs>
              <a:gs pos="100000">
                <a:schemeClr val="bg1">
                  <a:lumMod val="9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7" name="任意形状 6">
            <a:extLst>
              <a:ext uri="{FF2B5EF4-FFF2-40B4-BE49-F238E27FC236}">
                <a16:creationId xmlns:a16="http://schemas.microsoft.com/office/drawing/2014/main" id="{E35C36F6-435D-AC92-3138-43E89CDAF5AA}"/>
              </a:ext>
            </a:extLst>
          </p:cNvPr>
          <p:cNvSpPr/>
          <p:nvPr/>
        </p:nvSpPr>
        <p:spPr>
          <a:xfrm>
            <a:off x="6344937" y="4666290"/>
            <a:ext cx="837398" cy="753980"/>
          </a:xfrm>
          <a:custGeom>
            <a:avLst/>
            <a:gdLst>
              <a:gd name="connsiteX0" fmla="*/ 0 w 837398"/>
              <a:gd name="connsiteY0" fmla="*/ 1 h 753980"/>
              <a:gd name="connsiteX1" fmla="*/ 418699 w 837398"/>
              <a:gd name="connsiteY1" fmla="*/ 101067 h 753980"/>
              <a:gd name="connsiteX2" fmla="*/ 837398 w 837398"/>
              <a:gd name="connsiteY2" fmla="*/ 1 h 753980"/>
              <a:gd name="connsiteX3" fmla="*/ 837398 w 837398"/>
              <a:gd name="connsiteY3" fmla="*/ 652914 h 753980"/>
              <a:gd name="connsiteX4" fmla="*/ 418699 w 837398"/>
              <a:gd name="connsiteY4" fmla="*/ 753980 h 753980"/>
              <a:gd name="connsiteX5" fmla="*/ 0 w 837398"/>
              <a:gd name="connsiteY5" fmla="*/ 652914 h 753980"/>
              <a:gd name="connsiteX6" fmla="*/ 837398 w 837398"/>
              <a:gd name="connsiteY6" fmla="*/ 0 h 753980"/>
              <a:gd name="connsiteX7" fmla="*/ 837398 w 837398"/>
              <a:gd name="connsiteY7" fmla="*/ 0 h 753980"/>
              <a:gd name="connsiteX8" fmla="*/ 837398 w 837398"/>
              <a:gd name="connsiteY8" fmla="*/ 1 h 753980"/>
              <a:gd name="connsiteX9" fmla="*/ 0 w 837398"/>
              <a:gd name="connsiteY9" fmla="*/ 0 h 753980"/>
              <a:gd name="connsiteX10" fmla="*/ 1 w 837398"/>
              <a:gd name="connsiteY10" fmla="*/ 0 h 753980"/>
              <a:gd name="connsiteX11" fmla="*/ 0 w 837398"/>
              <a:gd name="connsiteY11" fmla="*/ 1 h 753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7398" h="753980">
                <a:moveTo>
                  <a:pt x="0" y="1"/>
                </a:moveTo>
                <a:cubicBezTo>
                  <a:pt x="0" y="55818"/>
                  <a:pt x="187458" y="101067"/>
                  <a:pt x="418699" y="101067"/>
                </a:cubicBezTo>
                <a:cubicBezTo>
                  <a:pt x="649940" y="101067"/>
                  <a:pt x="837398" y="55818"/>
                  <a:pt x="837398" y="1"/>
                </a:cubicBezTo>
                <a:lnTo>
                  <a:pt x="837398" y="652914"/>
                </a:lnTo>
                <a:cubicBezTo>
                  <a:pt x="837398" y="708731"/>
                  <a:pt x="649940" y="753980"/>
                  <a:pt x="418699" y="753980"/>
                </a:cubicBezTo>
                <a:cubicBezTo>
                  <a:pt x="187458" y="753980"/>
                  <a:pt x="0" y="708731"/>
                  <a:pt x="0" y="652914"/>
                </a:cubicBezTo>
                <a:close/>
                <a:moveTo>
                  <a:pt x="837398" y="0"/>
                </a:moveTo>
                <a:lnTo>
                  <a:pt x="837398" y="0"/>
                </a:lnTo>
                <a:lnTo>
                  <a:pt x="837398" y="1"/>
                </a:lnTo>
                <a:close/>
                <a:moveTo>
                  <a:pt x="0" y="0"/>
                </a:moveTo>
                <a:lnTo>
                  <a:pt x="1" y="0"/>
                </a:lnTo>
                <a:lnTo>
                  <a:pt x="0" y="1"/>
                </a:lnTo>
                <a:close/>
              </a:path>
            </a:pathLst>
          </a:cu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8" name="任意形状 7">
            <a:extLst>
              <a:ext uri="{FF2B5EF4-FFF2-40B4-BE49-F238E27FC236}">
                <a16:creationId xmlns:a16="http://schemas.microsoft.com/office/drawing/2014/main" id="{62760FBD-CD74-445F-D03A-9196595D3AC7}"/>
              </a:ext>
            </a:extLst>
          </p:cNvPr>
          <p:cNvSpPr/>
          <p:nvPr/>
        </p:nvSpPr>
        <p:spPr>
          <a:xfrm>
            <a:off x="7353984" y="3515269"/>
            <a:ext cx="837398" cy="1905000"/>
          </a:xfrm>
          <a:custGeom>
            <a:avLst/>
            <a:gdLst>
              <a:gd name="connsiteX0" fmla="*/ 0 w 837398"/>
              <a:gd name="connsiteY0" fmla="*/ 2 h 1905000"/>
              <a:gd name="connsiteX1" fmla="*/ 418699 w 837398"/>
              <a:gd name="connsiteY1" fmla="*/ 101068 h 1905000"/>
              <a:gd name="connsiteX2" fmla="*/ 837398 w 837398"/>
              <a:gd name="connsiteY2" fmla="*/ 2 h 1905000"/>
              <a:gd name="connsiteX3" fmla="*/ 837398 w 837398"/>
              <a:gd name="connsiteY3" fmla="*/ 1803934 h 1905000"/>
              <a:gd name="connsiteX4" fmla="*/ 418699 w 837398"/>
              <a:gd name="connsiteY4" fmla="*/ 1905000 h 1905000"/>
              <a:gd name="connsiteX5" fmla="*/ 0 w 837398"/>
              <a:gd name="connsiteY5" fmla="*/ 1803934 h 1905000"/>
              <a:gd name="connsiteX6" fmla="*/ 837397 w 837398"/>
              <a:gd name="connsiteY6" fmla="*/ 0 h 1905000"/>
              <a:gd name="connsiteX7" fmla="*/ 837398 w 837398"/>
              <a:gd name="connsiteY7" fmla="*/ 0 h 1905000"/>
              <a:gd name="connsiteX8" fmla="*/ 837398 w 837398"/>
              <a:gd name="connsiteY8" fmla="*/ 2 h 1905000"/>
              <a:gd name="connsiteX9" fmla="*/ 0 w 837398"/>
              <a:gd name="connsiteY9" fmla="*/ 0 h 1905000"/>
              <a:gd name="connsiteX10" fmla="*/ 1 w 837398"/>
              <a:gd name="connsiteY10" fmla="*/ 0 h 1905000"/>
              <a:gd name="connsiteX11" fmla="*/ 0 w 837398"/>
              <a:gd name="connsiteY11" fmla="*/ 2 h 1905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7398" h="1905000">
                <a:moveTo>
                  <a:pt x="0" y="2"/>
                </a:moveTo>
                <a:cubicBezTo>
                  <a:pt x="0" y="55819"/>
                  <a:pt x="187458" y="101068"/>
                  <a:pt x="418699" y="101068"/>
                </a:cubicBezTo>
                <a:cubicBezTo>
                  <a:pt x="649940" y="101068"/>
                  <a:pt x="837398" y="55819"/>
                  <a:pt x="837398" y="2"/>
                </a:cubicBezTo>
                <a:lnTo>
                  <a:pt x="837398" y="1803934"/>
                </a:lnTo>
                <a:cubicBezTo>
                  <a:pt x="837398" y="1859751"/>
                  <a:pt x="649940" y="1905000"/>
                  <a:pt x="418699" y="1905000"/>
                </a:cubicBezTo>
                <a:cubicBezTo>
                  <a:pt x="187458" y="1905000"/>
                  <a:pt x="0" y="1859751"/>
                  <a:pt x="0" y="1803934"/>
                </a:cubicBezTo>
                <a:close/>
                <a:moveTo>
                  <a:pt x="837397" y="0"/>
                </a:moveTo>
                <a:lnTo>
                  <a:pt x="837398" y="0"/>
                </a:lnTo>
                <a:lnTo>
                  <a:pt x="837398" y="2"/>
                </a:lnTo>
                <a:close/>
                <a:moveTo>
                  <a:pt x="0" y="0"/>
                </a:moveTo>
                <a:lnTo>
                  <a:pt x="1" y="0"/>
                </a:lnTo>
                <a:lnTo>
                  <a:pt x="0" y="2"/>
                </a:lnTo>
                <a:close/>
              </a:path>
            </a:pathLst>
          </a:cu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9" name="任意形状 8">
            <a:extLst>
              <a:ext uri="{FF2B5EF4-FFF2-40B4-BE49-F238E27FC236}">
                <a16:creationId xmlns:a16="http://schemas.microsoft.com/office/drawing/2014/main" id="{54B08811-B2AA-B21D-5680-8939E54C565A}"/>
              </a:ext>
            </a:extLst>
          </p:cNvPr>
          <p:cNvSpPr/>
          <p:nvPr/>
        </p:nvSpPr>
        <p:spPr>
          <a:xfrm>
            <a:off x="8363031" y="4377531"/>
            <a:ext cx="837398" cy="1042738"/>
          </a:xfrm>
          <a:custGeom>
            <a:avLst/>
            <a:gdLst>
              <a:gd name="connsiteX0" fmla="*/ 0 w 837398"/>
              <a:gd name="connsiteY0" fmla="*/ 0 h 1042738"/>
              <a:gd name="connsiteX1" fmla="*/ 4019 w 837398"/>
              <a:gd name="connsiteY1" fmla="*/ 0 h 1042738"/>
              <a:gd name="connsiteX2" fmla="*/ 8507 w 837398"/>
              <a:gd name="connsiteY2" fmla="*/ 10746 h 1042738"/>
              <a:gd name="connsiteX3" fmla="*/ 418699 w 837398"/>
              <a:gd name="connsiteY3" fmla="*/ 91443 h 1042738"/>
              <a:gd name="connsiteX4" fmla="*/ 828892 w 837398"/>
              <a:gd name="connsiteY4" fmla="*/ 10746 h 1042738"/>
              <a:gd name="connsiteX5" fmla="*/ 833379 w 837398"/>
              <a:gd name="connsiteY5" fmla="*/ 0 h 1042738"/>
              <a:gd name="connsiteX6" fmla="*/ 837398 w 837398"/>
              <a:gd name="connsiteY6" fmla="*/ 0 h 1042738"/>
              <a:gd name="connsiteX7" fmla="*/ 837398 w 837398"/>
              <a:gd name="connsiteY7" fmla="*/ 941672 h 1042738"/>
              <a:gd name="connsiteX8" fmla="*/ 418699 w 837398"/>
              <a:gd name="connsiteY8" fmla="*/ 1042738 h 1042738"/>
              <a:gd name="connsiteX9" fmla="*/ 0 w 837398"/>
              <a:gd name="connsiteY9" fmla="*/ 941672 h 1042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37398" h="1042738">
                <a:moveTo>
                  <a:pt x="0" y="0"/>
                </a:moveTo>
                <a:lnTo>
                  <a:pt x="4019" y="0"/>
                </a:lnTo>
                <a:lnTo>
                  <a:pt x="8507" y="10746"/>
                </a:lnTo>
                <a:cubicBezTo>
                  <a:pt x="47549" y="56799"/>
                  <a:pt x="216363" y="91443"/>
                  <a:pt x="418699" y="91443"/>
                </a:cubicBezTo>
                <a:cubicBezTo>
                  <a:pt x="621035" y="91443"/>
                  <a:pt x="789849" y="56799"/>
                  <a:pt x="828892" y="10746"/>
                </a:cubicBezTo>
                <a:lnTo>
                  <a:pt x="833379" y="0"/>
                </a:lnTo>
                <a:lnTo>
                  <a:pt x="837398" y="0"/>
                </a:lnTo>
                <a:lnTo>
                  <a:pt x="837398" y="941672"/>
                </a:lnTo>
                <a:cubicBezTo>
                  <a:pt x="837398" y="997489"/>
                  <a:pt x="649940" y="1042738"/>
                  <a:pt x="418699" y="1042738"/>
                </a:cubicBezTo>
                <a:cubicBezTo>
                  <a:pt x="187458" y="1042738"/>
                  <a:pt x="0" y="997489"/>
                  <a:pt x="0" y="941672"/>
                </a:cubicBezTo>
                <a:close/>
              </a:path>
            </a:pathLst>
          </a:cu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0" name="任意形状 9">
            <a:extLst>
              <a:ext uri="{FF2B5EF4-FFF2-40B4-BE49-F238E27FC236}">
                <a16:creationId xmlns:a16="http://schemas.microsoft.com/office/drawing/2014/main" id="{B23CA6E3-D192-333D-62A4-DD7CF4071556}"/>
              </a:ext>
            </a:extLst>
          </p:cNvPr>
          <p:cNvSpPr/>
          <p:nvPr/>
        </p:nvSpPr>
        <p:spPr>
          <a:xfrm>
            <a:off x="9372078" y="4853179"/>
            <a:ext cx="837398" cy="567090"/>
          </a:xfrm>
          <a:custGeom>
            <a:avLst/>
            <a:gdLst>
              <a:gd name="connsiteX0" fmla="*/ 0 w 837398"/>
              <a:gd name="connsiteY0" fmla="*/ 0 h 567090"/>
              <a:gd name="connsiteX1" fmla="*/ 2009 w 837398"/>
              <a:gd name="connsiteY1" fmla="*/ 0 h 567090"/>
              <a:gd name="connsiteX2" fmla="*/ 8506 w 837398"/>
              <a:gd name="connsiteY2" fmla="*/ 15558 h 567090"/>
              <a:gd name="connsiteX3" fmla="*/ 418699 w 837398"/>
              <a:gd name="connsiteY3" fmla="*/ 96255 h 567090"/>
              <a:gd name="connsiteX4" fmla="*/ 828892 w 837398"/>
              <a:gd name="connsiteY4" fmla="*/ 15558 h 567090"/>
              <a:gd name="connsiteX5" fmla="*/ 835389 w 837398"/>
              <a:gd name="connsiteY5" fmla="*/ 0 h 567090"/>
              <a:gd name="connsiteX6" fmla="*/ 837398 w 837398"/>
              <a:gd name="connsiteY6" fmla="*/ 0 h 567090"/>
              <a:gd name="connsiteX7" fmla="*/ 837398 w 837398"/>
              <a:gd name="connsiteY7" fmla="*/ 466023 h 567090"/>
              <a:gd name="connsiteX8" fmla="*/ 837398 w 837398"/>
              <a:gd name="connsiteY8" fmla="*/ 466024 h 567090"/>
              <a:gd name="connsiteX9" fmla="*/ 418699 w 837398"/>
              <a:gd name="connsiteY9" fmla="*/ 567090 h 567090"/>
              <a:gd name="connsiteX10" fmla="*/ 0 w 837398"/>
              <a:gd name="connsiteY10" fmla="*/ 466024 h 567090"/>
              <a:gd name="connsiteX11" fmla="*/ 0 w 837398"/>
              <a:gd name="connsiteY11" fmla="*/ 466023 h 56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37398" h="567090">
                <a:moveTo>
                  <a:pt x="0" y="0"/>
                </a:moveTo>
                <a:lnTo>
                  <a:pt x="2009" y="0"/>
                </a:lnTo>
                <a:lnTo>
                  <a:pt x="8506" y="15558"/>
                </a:lnTo>
                <a:cubicBezTo>
                  <a:pt x="47549" y="61611"/>
                  <a:pt x="216363" y="96255"/>
                  <a:pt x="418699" y="96255"/>
                </a:cubicBezTo>
                <a:cubicBezTo>
                  <a:pt x="621035" y="96255"/>
                  <a:pt x="789849" y="61611"/>
                  <a:pt x="828892" y="15558"/>
                </a:cubicBezTo>
                <a:lnTo>
                  <a:pt x="835389" y="0"/>
                </a:lnTo>
                <a:lnTo>
                  <a:pt x="837398" y="0"/>
                </a:lnTo>
                <a:lnTo>
                  <a:pt x="837398" y="466023"/>
                </a:lnTo>
                <a:lnTo>
                  <a:pt x="837398" y="466024"/>
                </a:lnTo>
                <a:cubicBezTo>
                  <a:pt x="837398" y="521841"/>
                  <a:pt x="649940" y="567090"/>
                  <a:pt x="418699" y="567090"/>
                </a:cubicBezTo>
                <a:cubicBezTo>
                  <a:pt x="187458" y="567090"/>
                  <a:pt x="0" y="521841"/>
                  <a:pt x="0" y="466024"/>
                </a:cubicBezTo>
                <a:lnTo>
                  <a:pt x="0" y="466023"/>
                </a:lnTo>
                <a:close/>
              </a:path>
            </a:pathLst>
          </a:cu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1" name="椭圆 10">
            <a:extLst>
              <a:ext uri="{FF2B5EF4-FFF2-40B4-BE49-F238E27FC236}">
                <a16:creationId xmlns:a16="http://schemas.microsoft.com/office/drawing/2014/main" id="{D588D098-06B3-5382-5965-1B0D0D8B270F}"/>
              </a:ext>
            </a:extLst>
          </p:cNvPr>
          <p:cNvSpPr/>
          <p:nvPr/>
        </p:nvSpPr>
        <p:spPr>
          <a:xfrm>
            <a:off x="6344937" y="4574849"/>
            <a:ext cx="837398" cy="202131"/>
          </a:xfrm>
          <a:prstGeom prst="ellipse">
            <a:avLst/>
          </a:prstGeom>
          <a:solidFill>
            <a:schemeClr val="accent1">
              <a:alpha val="5032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椭圆 11">
            <a:extLst>
              <a:ext uri="{FF2B5EF4-FFF2-40B4-BE49-F238E27FC236}">
                <a16:creationId xmlns:a16="http://schemas.microsoft.com/office/drawing/2014/main" id="{E7818F43-AE5D-D658-9FED-913E7BA8B547}"/>
              </a:ext>
            </a:extLst>
          </p:cNvPr>
          <p:cNvSpPr/>
          <p:nvPr/>
        </p:nvSpPr>
        <p:spPr>
          <a:xfrm>
            <a:off x="7353984" y="3414203"/>
            <a:ext cx="837398" cy="202131"/>
          </a:xfrm>
          <a:prstGeom prst="ellipse">
            <a:avLst/>
          </a:prstGeom>
          <a:solidFill>
            <a:schemeClr val="accent1">
              <a:alpha val="5032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椭圆 12">
            <a:extLst>
              <a:ext uri="{FF2B5EF4-FFF2-40B4-BE49-F238E27FC236}">
                <a16:creationId xmlns:a16="http://schemas.microsoft.com/office/drawing/2014/main" id="{E4D9F083-735E-4483-8207-6EA02AC301F5}"/>
              </a:ext>
            </a:extLst>
          </p:cNvPr>
          <p:cNvSpPr/>
          <p:nvPr/>
        </p:nvSpPr>
        <p:spPr>
          <a:xfrm>
            <a:off x="8363031" y="4265638"/>
            <a:ext cx="837398" cy="202131"/>
          </a:xfrm>
          <a:prstGeom prst="ellipse">
            <a:avLst/>
          </a:prstGeom>
          <a:solidFill>
            <a:schemeClr val="accent1">
              <a:alpha val="5032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椭圆 13">
            <a:extLst>
              <a:ext uri="{FF2B5EF4-FFF2-40B4-BE49-F238E27FC236}">
                <a16:creationId xmlns:a16="http://schemas.microsoft.com/office/drawing/2014/main" id="{7ECAD3A9-E748-DF78-3CA2-32AC4A783C75}"/>
              </a:ext>
            </a:extLst>
          </p:cNvPr>
          <p:cNvSpPr/>
          <p:nvPr/>
        </p:nvSpPr>
        <p:spPr>
          <a:xfrm>
            <a:off x="9372078" y="4752113"/>
            <a:ext cx="837398" cy="202131"/>
          </a:xfrm>
          <a:prstGeom prst="ellipse">
            <a:avLst/>
          </a:prstGeom>
          <a:solidFill>
            <a:schemeClr val="accent1">
              <a:alpha val="50323"/>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DDC85B61-33E0-AC5E-27C9-E36D781D8390}"/>
              </a:ext>
            </a:extLst>
          </p:cNvPr>
          <p:cNvSpPr txBox="1"/>
          <p:nvPr/>
        </p:nvSpPr>
        <p:spPr>
          <a:xfrm>
            <a:off x="6452493" y="4129215"/>
            <a:ext cx="62228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20%</a:t>
            </a:r>
            <a:endParaRPr kumimoji="1" lang="zh-CN" altLang="en-US" sz="1600" dirty="0">
              <a:solidFill>
                <a:schemeClr val="tx1">
                  <a:lumMod val="75000"/>
                  <a:lumOff val="25000"/>
                </a:schemeClr>
              </a:solidFill>
              <a:latin typeface="+mj-ea"/>
              <a:ea typeface="+mj-ea"/>
            </a:endParaRPr>
          </a:p>
        </p:txBody>
      </p:sp>
      <p:sp>
        <p:nvSpPr>
          <p:cNvPr id="16" name="文本框 15">
            <a:extLst>
              <a:ext uri="{FF2B5EF4-FFF2-40B4-BE49-F238E27FC236}">
                <a16:creationId xmlns:a16="http://schemas.microsoft.com/office/drawing/2014/main" id="{A0622C21-ED84-3B5C-18AC-DC2AB7EF7D5F}"/>
              </a:ext>
            </a:extLst>
          </p:cNvPr>
          <p:cNvSpPr txBox="1"/>
          <p:nvPr/>
        </p:nvSpPr>
        <p:spPr>
          <a:xfrm>
            <a:off x="6344937" y="5040386"/>
            <a:ext cx="837398" cy="215444"/>
          </a:xfrm>
          <a:prstGeom prst="rect">
            <a:avLst/>
          </a:prstGeom>
          <a:noFill/>
        </p:spPr>
        <p:txBody>
          <a:bodyPr wrap="square" rtlCol="0">
            <a:spAutoFit/>
          </a:bodyPr>
          <a:lstStyle/>
          <a:p>
            <a:pPr algn="dist"/>
            <a:r>
              <a:rPr kumimoji="1" lang="en-US" altLang="zh-CN" sz="800" dirty="0">
                <a:solidFill>
                  <a:schemeClr val="bg1"/>
                </a:solidFill>
                <a:latin typeface="+mn-ea"/>
              </a:rPr>
              <a:t>2O24</a:t>
            </a:r>
            <a:r>
              <a:rPr kumimoji="1" lang="zh-CN" altLang="en-US" sz="800" dirty="0">
                <a:solidFill>
                  <a:schemeClr val="bg1"/>
                </a:solidFill>
                <a:latin typeface="+mn-ea"/>
              </a:rPr>
              <a:t>年数据</a:t>
            </a:r>
          </a:p>
        </p:txBody>
      </p:sp>
      <p:sp>
        <p:nvSpPr>
          <p:cNvPr id="17" name="文本框 16">
            <a:extLst>
              <a:ext uri="{FF2B5EF4-FFF2-40B4-BE49-F238E27FC236}">
                <a16:creationId xmlns:a16="http://schemas.microsoft.com/office/drawing/2014/main" id="{56DA898A-B1C8-F1F3-B834-4917B9ACD082}"/>
              </a:ext>
            </a:extLst>
          </p:cNvPr>
          <p:cNvSpPr txBox="1"/>
          <p:nvPr/>
        </p:nvSpPr>
        <p:spPr>
          <a:xfrm>
            <a:off x="7455197" y="2919544"/>
            <a:ext cx="62228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78%</a:t>
            </a:r>
            <a:endParaRPr kumimoji="1" lang="zh-CN" altLang="en-US" sz="1600" dirty="0">
              <a:solidFill>
                <a:schemeClr val="tx1">
                  <a:lumMod val="75000"/>
                  <a:lumOff val="25000"/>
                </a:schemeClr>
              </a:solidFill>
              <a:latin typeface="+mj-ea"/>
              <a:ea typeface="+mj-ea"/>
            </a:endParaRPr>
          </a:p>
        </p:txBody>
      </p:sp>
      <p:sp>
        <p:nvSpPr>
          <p:cNvPr id="18" name="文本框 17">
            <a:extLst>
              <a:ext uri="{FF2B5EF4-FFF2-40B4-BE49-F238E27FC236}">
                <a16:creationId xmlns:a16="http://schemas.microsoft.com/office/drawing/2014/main" id="{AF79CE92-5919-E082-C49F-7120FD72F667}"/>
              </a:ext>
            </a:extLst>
          </p:cNvPr>
          <p:cNvSpPr txBox="1"/>
          <p:nvPr/>
        </p:nvSpPr>
        <p:spPr>
          <a:xfrm>
            <a:off x="7347641" y="5040385"/>
            <a:ext cx="837398" cy="215444"/>
          </a:xfrm>
          <a:prstGeom prst="rect">
            <a:avLst/>
          </a:prstGeom>
          <a:noFill/>
        </p:spPr>
        <p:txBody>
          <a:bodyPr wrap="square" rtlCol="0">
            <a:spAutoFit/>
          </a:bodyPr>
          <a:lstStyle/>
          <a:p>
            <a:pPr algn="dist"/>
            <a:r>
              <a:rPr kumimoji="1" lang="en-US" altLang="zh-CN" sz="800" dirty="0">
                <a:solidFill>
                  <a:schemeClr val="bg1"/>
                </a:solidFill>
                <a:latin typeface="+mn-ea"/>
              </a:rPr>
              <a:t>2O2X</a:t>
            </a:r>
            <a:r>
              <a:rPr kumimoji="1" lang="zh-CN" altLang="en-US" sz="800" dirty="0">
                <a:solidFill>
                  <a:schemeClr val="bg1"/>
                </a:solidFill>
                <a:latin typeface="+mn-ea"/>
              </a:rPr>
              <a:t>年数据</a:t>
            </a:r>
          </a:p>
        </p:txBody>
      </p:sp>
      <p:sp>
        <p:nvSpPr>
          <p:cNvPr id="19" name="文本框 18">
            <a:extLst>
              <a:ext uri="{FF2B5EF4-FFF2-40B4-BE49-F238E27FC236}">
                <a16:creationId xmlns:a16="http://schemas.microsoft.com/office/drawing/2014/main" id="{F90DC95F-90A2-CC9F-E74B-D891C23307BB}"/>
              </a:ext>
            </a:extLst>
          </p:cNvPr>
          <p:cNvSpPr txBox="1"/>
          <p:nvPr/>
        </p:nvSpPr>
        <p:spPr>
          <a:xfrm>
            <a:off x="8470587" y="3741555"/>
            <a:ext cx="62228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26%</a:t>
            </a:r>
            <a:endParaRPr kumimoji="1" lang="zh-CN" altLang="en-US" sz="1600" dirty="0">
              <a:solidFill>
                <a:schemeClr val="tx1">
                  <a:lumMod val="75000"/>
                  <a:lumOff val="25000"/>
                </a:schemeClr>
              </a:solidFill>
              <a:latin typeface="+mj-ea"/>
              <a:ea typeface="+mj-ea"/>
            </a:endParaRPr>
          </a:p>
        </p:txBody>
      </p:sp>
      <p:sp>
        <p:nvSpPr>
          <p:cNvPr id="20" name="文本框 19">
            <a:extLst>
              <a:ext uri="{FF2B5EF4-FFF2-40B4-BE49-F238E27FC236}">
                <a16:creationId xmlns:a16="http://schemas.microsoft.com/office/drawing/2014/main" id="{EEDCA2DE-1B99-CE01-08CE-C4C212BC5FDC}"/>
              </a:ext>
            </a:extLst>
          </p:cNvPr>
          <p:cNvSpPr txBox="1"/>
          <p:nvPr/>
        </p:nvSpPr>
        <p:spPr>
          <a:xfrm>
            <a:off x="8363031" y="5040385"/>
            <a:ext cx="837398" cy="215444"/>
          </a:xfrm>
          <a:prstGeom prst="rect">
            <a:avLst/>
          </a:prstGeom>
          <a:noFill/>
        </p:spPr>
        <p:txBody>
          <a:bodyPr wrap="square" rtlCol="0">
            <a:spAutoFit/>
          </a:bodyPr>
          <a:lstStyle/>
          <a:p>
            <a:pPr algn="dist"/>
            <a:r>
              <a:rPr kumimoji="1" lang="en-US" altLang="zh-CN" sz="800" dirty="0">
                <a:solidFill>
                  <a:schemeClr val="bg1"/>
                </a:solidFill>
                <a:latin typeface="+mn-ea"/>
              </a:rPr>
              <a:t>2O26</a:t>
            </a:r>
            <a:r>
              <a:rPr kumimoji="1" lang="zh-CN" altLang="en-US" sz="800" dirty="0">
                <a:solidFill>
                  <a:schemeClr val="bg1"/>
                </a:solidFill>
                <a:latin typeface="+mn-ea"/>
              </a:rPr>
              <a:t>年数据</a:t>
            </a:r>
          </a:p>
        </p:txBody>
      </p:sp>
      <p:sp>
        <p:nvSpPr>
          <p:cNvPr id="21" name="文本框 20">
            <a:extLst>
              <a:ext uri="{FF2B5EF4-FFF2-40B4-BE49-F238E27FC236}">
                <a16:creationId xmlns:a16="http://schemas.microsoft.com/office/drawing/2014/main" id="{DBE08F71-A607-1EC2-E08E-F3876F11E87D}"/>
              </a:ext>
            </a:extLst>
          </p:cNvPr>
          <p:cNvSpPr txBox="1"/>
          <p:nvPr/>
        </p:nvSpPr>
        <p:spPr>
          <a:xfrm>
            <a:off x="9473223" y="4208315"/>
            <a:ext cx="622286"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16%</a:t>
            </a:r>
            <a:endParaRPr kumimoji="1" lang="zh-CN" altLang="en-US" sz="1600" dirty="0">
              <a:solidFill>
                <a:schemeClr val="tx1">
                  <a:lumMod val="75000"/>
                  <a:lumOff val="25000"/>
                </a:schemeClr>
              </a:solidFill>
              <a:latin typeface="+mj-ea"/>
              <a:ea typeface="+mj-ea"/>
            </a:endParaRPr>
          </a:p>
        </p:txBody>
      </p:sp>
      <p:sp>
        <p:nvSpPr>
          <p:cNvPr id="22" name="文本框 21">
            <a:extLst>
              <a:ext uri="{FF2B5EF4-FFF2-40B4-BE49-F238E27FC236}">
                <a16:creationId xmlns:a16="http://schemas.microsoft.com/office/drawing/2014/main" id="{04EBB90D-40DF-900D-C168-F88A2FDDA8F3}"/>
              </a:ext>
            </a:extLst>
          </p:cNvPr>
          <p:cNvSpPr txBox="1"/>
          <p:nvPr/>
        </p:nvSpPr>
        <p:spPr>
          <a:xfrm>
            <a:off x="9365667" y="5070119"/>
            <a:ext cx="837398" cy="215444"/>
          </a:xfrm>
          <a:prstGeom prst="rect">
            <a:avLst/>
          </a:prstGeom>
          <a:noFill/>
        </p:spPr>
        <p:txBody>
          <a:bodyPr wrap="square" rtlCol="0">
            <a:spAutoFit/>
          </a:bodyPr>
          <a:lstStyle/>
          <a:p>
            <a:pPr algn="dist"/>
            <a:r>
              <a:rPr kumimoji="1" lang="en-US" altLang="zh-CN" sz="800" dirty="0">
                <a:solidFill>
                  <a:schemeClr val="bg1"/>
                </a:solidFill>
                <a:latin typeface="+mn-ea"/>
              </a:rPr>
              <a:t>2O27</a:t>
            </a:r>
            <a:r>
              <a:rPr kumimoji="1" lang="zh-CN" altLang="en-US" sz="800" dirty="0">
                <a:solidFill>
                  <a:schemeClr val="bg1"/>
                </a:solidFill>
                <a:latin typeface="+mn-ea"/>
              </a:rPr>
              <a:t>年数据</a:t>
            </a:r>
          </a:p>
        </p:txBody>
      </p:sp>
      <p:sp>
        <p:nvSpPr>
          <p:cNvPr id="23" name="圆角矩形 22">
            <a:extLst>
              <a:ext uri="{FF2B5EF4-FFF2-40B4-BE49-F238E27FC236}">
                <a16:creationId xmlns:a16="http://schemas.microsoft.com/office/drawing/2014/main" id="{C58EFAB3-B3A4-3DBC-CC3D-E398FBEEA255}"/>
              </a:ext>
            </a:extLst>
          </p:cNvPr>
          <p:cNvSpPr/>
          <p:nvPr/>
        </p:nvSpPr>
        <p:spPr>
          <a:xfrm>
            <a:off x="1911368" y="1970447"/>
            <a:ext cx="442762" cy="442762"/>
          </a:xfrm>
          <a:prstGeom prst="roundRect">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997FB0E3-7673-1620-83E8-684675F9D967}"/>
              </a:ext>
            </a:extLst>
          </p:cNvPr>
          <p:cNvSpPr txBox="1"/>
          <p:nvPr/>
        </p:nvSpPr>
        <p:spPr>
          <a:xfrm>
            <a:off x="1896152" y="2010715"/>
            <a:ext cx="458780" cy="338554"/>
          </a:xfrm>
          <a:prstGeom prst="rect">
            <a:avLst/>
          </a:prstGeom>
          <a:noFill/>
        </p:spPr>
        <p:txBody>
          <a:bodyPr wrap="none" rtlCol="0">
            <a:spAutoFit/>
          </a:bodyPr>
          <a:lstStyle/>
          <a:p>
            <a:pPr algn="ctr"/>
            <a:r>
              <a:rPr kumimoji="1" lang="en-US" altLang="zh-CN" sz="1600" dirty="0">
                <a:solidFill>
                  <a:schemeClr val="bg1"/>
                </a:solidFill>
                <a:latin typeface="+mn-ea"/>
              </a:rPr>
              <a:t>O1</a:t>
            </a:r>
            <a:endParaRPr kumimoji="1" lang="zh-CN" altLang="en-US" sz="1600" dirty="0">
              <a:solidFill>
                <a:schemeClr val="bg1"/>
              </a:solidFill>
              <a:latin typeface="+mn-ea"/>
            </a:endParaRPr>
          </a:p>
        </p:txBody>
      </p:sp>
      <p:sp>
        <p:nvSpPr>
          <p:cNvPr id="25" name="文本框 24">
            <a:extLst>
              <a:ext uri="{FF2B5EF4-FFF2-40B4-BE49-F238E27FC236}">
                <a16:creationId xmlns:a16="http://schemas.microsoft.com/office/drawing/2014/main" id="{6A4D9D6C-1EF0-C7D4-24F9-02D27158D2F9}"/>
              </a:ext>
            </a:extLst>
          </p:cNvPr>
          <p:cNvSpPr txBox="1"/>
          <p:nvPr/>
        </p:nvSpPr>
        <p:spPr>
          <a:xfrm>
            <a:off x="2428551" y="1879410"/>
            <a:ext cx="1099861"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rPr>
              <a:t>项目名称</a:t>
            </a:r>
            <a:r>
              <a:rPr kumimoji="1" lang="en-US" altLang="zh-CN" sz="1400" dirty="0">
                <a:solidFill>
                  <a:schemeClr val="tx1">
                    <a:lumMod val="75000"/>
                    <a:lumOff val="25000"/>
                  </a:schemeClr>
                </a:solidFill>
                <a:latin typeface="+mj-ea"/>
                <a:ea typeface="+mj-ea"/>
              </a:rPr>
              <a:t>-1</a:t>
            </a:r>
            <a:endParaRPr kumimoji="1" lang="zh-CN" altLang="en-US" sz="1400" dirty="0">
              <a:solidFill>
                <a:schemeClr val="tx1">
                  <a:lumMod val="75000"/>
                  <a:lumOff val="25000"/>
                </a:schemeClr>
              </a:solidFill>
              <a:latin typeface="+mj-ea"/>
              <a:ea typeface="+mj-ea"/>
            </a:endParaRPr>
          </a:p>
        </p:txBody>
      </p:sp>
      <p:sp>
        <p:nvSpPr>
          <p:cNvPr id="26" name="文本框 25">
            <a:extLst>
              <a:ext uri="{FF2B5EF4-FFF2-40B4-BE49-F238E27FC236}">
                <a16:creationId xmlns:a16="http://schemas.microsoft.com/office/drawing/2014/main" id="{E3AC6825-F71E-9B48-5764-FD13A666A9E4}"/>
              </a:ext>
            </a:extLst>
          </p:cNvPr>
          <p:cNvSpPr txBox="1"/>
          <p:nvPr/>
        </p:nvSpPr>
        <p:spPr>
          <a:xfrm>
            <a:off x="2415663" y="2158312"/>
            <a:ext cx="3041862" cy="460895"/>
          </a:xfrm>
          <a:prstGeom prst="rect">
            <a:avLst/>
          </a:prstGeom>
          <a:noFill/>
          <a:effectLst/>
        </p:spPr>
        <p:txBody>
          <a:bodyPr wrap="square" rtlCol="0">
            <a:spAutoFit/>
          </a:bodyPr>
          <a:lstStyle/>
          <a:p>
            <a:pPr>
              <a:lnSpc>
                <a:spcPct val="130000"/>
              </a:lnSpc>
            </a:pPr>
            <a:r>
              <a:rPr lang="zh-CN" altLang="en-US" sz="1000" dirty="0">
                <a:solidFill>
                  <a:schemeClr val="tx1">
                    <a:lumMod val="75000"/>
                    <a:lumOff val="25000"/>
                  </a:schemeClr>
                </a:solidFill>
                <a:latin typeface="+mn-ea"/>
                <a:cs typeface="+mn-ea"/>
                <a:sym typeface="+mn-lt"/>
              </a:rPr>
              <a:t>点击输入简要文字解说，解说文字尽量概括精炼，不用多余的文字修饰简洁精准</a:t>
            </a:r>
            <a:endParaRPr lang="en-US" altLang="zh-CN" sz="1000" dirty="0">
              <a:solidFill>
                <a:schemeClr val="tx1">
                  <a:lumMod val="75000"/>
                  <a:lumOff val="25000"/>
                </a:schemeClr>
              </a:solidFill>
              <a:latin typeface="+mn-ea"/>
              <a:cs typeface="+mn-ea"/>
              <a:sym typeface="+mn-lt"/>
            </a:endParaRPr>
          </a:p>
        </p:txBody>
      </p:sp>
      <p:sp>
        <p:nvSpPr>
          <p:cNvPr id="27" name="圆角矩形 26">
            <a:extLst>
              <a:ext uri="{FF2B5EF4-FFF2-40B4-BE49-F238E27FC236}">
                <a16:creationId xmlns:a16="http://schemas.microsoft.com/office/drawing/2014/main" id="{18C28FD0-B78F-F87C-4F23-7561BDB4B4CD}"/>
              </a:ext>
            </a:extLst>
          </p:cNvPr>
          <p:cNvSpPr/>
          <p:nvPr/>
        </p:nvSpPr>
        <p:spPr>
          <a:xfrm>
            <a:off x="1926584" y="2981927"/>
            <a:ext cx="442762" cy="442762"/>
          </a:xfrm>
          <a:prstGeom prst="roundRect">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本框 27">
            <a:extLst>
              <a:ext uri="{FF2B5EF4-FFF2-40B4-BE49-F238E27FC236}">
                <a16:creationId xmlns:a16="http://schemas.microsoft.com/office/drawing/2014/main" id="{98980746-C7A6-2178-E043-058C6D859A08}"/>
              </a:ext>
            </a:extLst>
          </p:cNvPr>
          <p:cNvSpPr txBox="1"/>
          <p:nvPr/>
        </p:nvSpPr>
        <p:spPr>
          <a:xfrm>
            <a:off x="1911368" y="3022195"/>
            <a:ext cx="458780" cy="338554"/>
          </a:xfrm>
          <a:prstGeom prst="rect">
            <a:avLst/>
          </a:prstGeom>
          <a:noFill/>
        </p:spPr>
        <p:txBody>
          <a:bodyPr wrap="none" rtlCol="0">
            <a:spAutoFit/>
          </a:bodyPr>
          <a:lstStyle/>
          <a:p>
            <a:pPr algn="ctr"/>
            <a:r>
              <a:rPr kumimoji="1" lang="en-US" altLang="zh-CN" sz="1600" dirty="0">
                <a:solidFill>
                  <a:schemeClr val="bg1"/>
                </a:solidFill>
                <a:latin typeface="+mn-ea"/>
              </a:rPr>
              <a:t>O2</a:t>
            </a:r>
            <a:endParaRPr kumimoji="1" lang="zh-CN" altLang="en-US" sz="1600" dirty="0">
              <a:solidFill>
                <a:schemeClr val="bg1"/>
              </a:solidFill>
              <a:latin typeface="+mn-ea"/>
            </a:endParaRPr>
          </a:p>
        </p:txBody>
      </p:sp>
      <p:sp>
        <p:nvSpPr>
          <p:cNvPr id="29" name="文本框 28">
            <a:extLst>
              <a:ext uri="{FF2B5EF4-FFF2-40B4-BE49-F238E27FC236}">
                <a16:creationId xmlns:a16="http://schemas.microsoft.com/office/drawing/2014/main" id="{85E51D2F-DD84-65B4-E085-111AF3D01695}"/>
              </a:ext>
            </a:extLst>
          </p:cNvPr>
          <p:cNvSpPr txBox="1"/>
          <p:nvPr/>
        </p:nvSpPr>
        <p:spPr>
          <a:xfrm>
            <a:off x="2443767" y="2890890"/>
            <a:ext cx="1099861"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rPr>
              <a:t>项目名称</a:t>
            </a:r>
            <a:r>
              <a:rPr kumimoji="1" lang="en-US" altLang="zh-CN" sz="1400" dirty="0">
                <a:solidFill>
                  <a:schemeClr val="tx1">
                    <a:lumMod val="75000"/>
                    <a:lumOff val="25000"/>
                  </a:schemeClr>
                </a:solidFill>
                <a:latin typeface="+mj-ea"/>
                <a:ea typeface="+mj-ea"/>
              </a:rPr>
              <a:t>-2</a:t>
            </a:r>
            <a:endParaRPr kumimoji="1" lang="zh-CN" altLang="en-US" sz="1400" dirty="0">
              <a:solidFill>
                <a:schemeClr val="tx1">
                  <a:lumMod val="75000"/>
                  <a:lumOff val="25000"/>
                </a:schemeClr>
              </a:solidFill>
              <a:latin typeface="+mj-ea"/>
              <a:ea typeface="+mj-ea"/>
            </a:endParaRPr>
          </a:p>
        </p:txBody>
      </p:sp>
      <p:sp>
        <p:nvSpPr>
          <p:cNvPr id="30" name="文本框 29">
            <a:extLst>
              <a:ext uri="{FF2B5EF4-FFF2-40B4-BE49-F238E27FC236}">
                <a16:creationId xmlns:a16="http://schemas.microsoft.com/office/drawing/2014/main" id="{20D711D8-B193-D9F8-488D-FA5A6590BDBE}"/>
              </a:ext>
            </a:extLst>
          </p:cNvPr>
          <p:cNvSpPr txBox="1"/>
          <p:nvPr/>
        </p:nvSpPr>
        <p:spPr>
          <a:xfrm>
            <a:off x="2430879" y="3169792"/>
            <a:ext cx="3041862" cy="460895"/>
          </a:xfrm>
          <a:prstGeom prst="rect">
            <a:avLst/>
          </a:prstGeom>
          <a:noFill/>
          <a:effectLst/>
        </p:spPr>
        <p:txBody>
          <a:bodyPr wrap="square" rtlCol="0">
            <a:spAutoFit/>
          </a:bodyPr>
          <a:lstStyle/>
          <a:p>
            <a:pPr>
              <a:lnSpc>
                <a:spcPct val="130000"/>
              </a:lnSpc>
            </a:pPr>
            <a:r>
              <a:rPr lang="zh-CN" altLang="en-US" sz="1000" dirty="0">
                <a:solidFill>
                  <a:schemeClr val="tx1">
                    <a:lumMod val="75000"/>
                    <a:lumOff val="25000"/>
                  </a:schemeClr>
                </a:solidFill>
                <a:latin typeface="+mn-ea"/>
                <a:cs typeface="+mn-ea"/>
                <a:sym typeface="+mn-lt"/>
              </a:rPr>
              <a:t>点击输入简要文字解说，解说文字尽量概括精炼，不用多余的文字修饰简洁精准</a:t>
            </a:r>
            <a:endParaRPr lang="en-US" altLang="zh-CN" sz="1000" dirty="0">
              <a:solidFill>
                <a:schemeClr val="tx1">
                  <a:lumMod val="75000"/>
                  <a:lumOff val="25000"/>
                </a:schemeClr>
              </a:solidFill>
              <a:latin typeface="+mn-ea"/>
              <a:cs typeface="+mn-ea"/>
              <a:sym typeface="+mn-lt"/>
            </a:endParaRPr>
          </a:p>
        </p:txBody>
      </p:sp>
      <p:sp>
        <p:nvSpPr>
          <p:cNvPr id="31" name="圆角矩形 30">
            <a:extLst>
              <a:ext uri="{FF2B5EF4-FFF2-40B4-BE49-F238E27FC236}">
                <a16:creationId xmlns:a16="http://schemas.microsoft.com/office/drawing/2014/main" id="{088F9BEE-78E4-5A58-1788-FD7F342DCF0A}"/>
              </a:ext>
            </a:extLst>
          </p:cNvPr>
          <p:cNvSpPr/>
          <p:nvPr/>
        </p:nvSpPr>
        <p:spPr>
          <a:xfrm>
            <a:off x="1911368" y="3988775"/>
            <a:ext cx="442762" cy="442762"/>
          </a:xfrm>
          <a:prstGeom prst="roundRect">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2" name="文本框 31">
            <a:extLst>
              <a:ext uri="{FF2B5EF4-FFF2-40B4-BE49-F238E27FC236}">
                <a16:creationId xmlns:a16="http://schemas.microsoft.com/office/drawing/2014/main" id="{6F1A6A20-A823-AAF1-8CD1-16132F2A9DB7}"/>
              </a:ext>
            </a:extLst>
          </p:cNvPr>
          <p:cNvSpPr txBox="1"/>
          <p:nvPr/>
        </p:nvSpPr>
        <p:spPr>
          <a:xfrm>
            <a:off x="1896152" y="4029043"/>
            <a:ext cx="458780" cy="338554"/>
          </a:xfrm>
          <a:prstGeom prst="rect">
            <a:avLst/>
          </a:prstGeom>
          <a:noFill/>
        </p:spPr>
        <p:txBody>
          <a:bodyPr wrap="none" rtlCol="0">
            <a:spAutoFit/>
          </a:bodyPr>
          <a:lstStyle/>
          <a:p>
            <a:pPr algn="ctr"/>
            <a:r>
              <a:rPr kumimoji="1" lang="en-US" altLang="zh-CN" sz="1600" dirty="0">
                <a:solidFill>
                  <a:schemeClr val="bg1"/>
                </a:solidFill>
                <a:latin typeface="+mn-ea"/>
              </a:rPr>
              <a:t>O3</a:t>
            </a:r>
            <a:endParaRPr kumimoji="1" lang="zh-CN" altLang="en-US" sz="1600" dirty="0">
              <a:solidFill>
                <a:schemeClr val="bg1"/>
              </a:solidFill>
              <a:latin typeface="+mn-ea"/>
            </a:endParaRPr>
          </a:p>
        </p:txBody>
      </p:sp>
      <p:sp>
        <p:nvSpPr>
          <p:cNvPr id="33" name="文本框 32">
            <a:extLst>
              <a:ext uri="{FF2B5EF4-FFF2-40B4-BE49-F238E27FC236}">
                <a16:creationId xmlns:a16="http://schemas.microsoft.com/office/drawing/2014/main" id="{ED0AA990-5D28-5A7E-F7CB-AC986F6BA7B6}"/>
              </a:ext>
            </a:extLst>
          </p:cNvPr>
          <p:cNvSpPr txBox="1"/>
          <p:nvPr/>
        </p:nvSpPr>
        <p:spPr>
          <a:xfrm>
            <a:off x="2428551" y="3897738"/>
            <a:ext cx="1099861"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rPr>
              <a:t>项目名称</a:t>
            </a:r>
            <a:r>
              <a:rPr kumimoji="1" lang="en-US" altLang="zh-CN" sz="1400" dirty="0">
                <a:solidFill>
                  <a:schemeClr val="tx1">
                    <a:lumMod val="75000"/>
                    <a:lumOff val="25000"/>
                  </a:schemeClr>
                </a:solidFill>
                <a:latin typeface="+mj-ea"/>
                <a:ea typeface="+mj-ea"/>
              </a:rPr>
              <a:t>-3</a:t>
            </a:r>
            <a:endParaRPr kumimoji="1" lang="zh-CN" altLang="en-US" sz="1400" dirty="0">
              <a:solidFill>
                <a:schemeClr val="tx1">
                  <a:lumMod val="75000"/>
                  <a:lumOff val="25000"/>
                </a:schemeClr>
              </a:solidFill>
              <a:latin typeface="+mj-ea"/>
              <a:ea typeface="+mj-ea"/>
            </a:endParaRPr>
          </a:p>
        </p:txBody>
      </p:sp>
      <p:sp>
        <p:nvSpPr>
          <p:cNvPr id="34" name="文本框 33">
            <a:extLst>
              <a:ext uri="{FF2B5EF4-FFF2-40B4-BE49-F238E27FC236}">
                <a16:creationId xmlns:a16="http://schemas.microsoft.com/office/drawing/2014/main" id="{F33D6E22-A3DC-2516-54B7-212CD6832135}"/>
              </a:ext>
            </a:extLst>
          </p:cNvPr>
          <p:cNvSpPr txBox="1"/>
          <p:nvPr/>
        </p:nvSpPr>
        <p:spPr>
          <a:xfrm>
            <a:off x="2415663" y="4176640"/>
            <a:ext cx="3041862" cy="460895"/>
          </a:xfrm>
          <a:prstGeom prst="rect">
            <a:avLst/>
          </a:prstGeom>
          <a:noFill/>
          <a:effectLst/>
        </p:spPr>
        <p:txBody>
          <a:bodyPr wrap="square" rtlCol="0">
            <a:spAutoFit/>
          </a:bodyPr>
          <a:lstStyle/>
          <a:p>
            <a:pPr>
              <a:lnSpc>
                <a:spcPct val="130000"/>
              </a:lnSpc>
            </a:pPr>
            <a:r>
              <a:rPr lang="zh-CN" altLang="en-US" sz="1000" dirty="0">
                <a:solidFill>
                  <a:schemeClr val="tx1">
                    <a:lumMod val="75000"/>
                    <a:lumOff val="25000"/>
                  </a:schemeClr>
                </a:solidFill>
                <a:latin typeface="+mn-ea"/>
                <a:cs typeface="+mn-ea"/>
                <a:sym typeface="+mn-lt"/>
              </a:rPr>
              <a:t>点击输入简要文字解说，解说文字尽量概括精炼，不用多余的文字修饰简洁精准</a:t>
            </a:r>
            <a:endParaRPr lang="en-US" altLang="zh-CN" sz="1000" dirty="0">
              <a:solidFill>
                <a:schemeClr val="tx1">
                  <a:lumMod val="75000"/>
                  <a:lumOff val="25000"/>
                </a:schemeClr>
              </a:solidFill>
              <a:latin typeface="+mn-ea"/>
              <a:cs typeface="+mn-ea"/>
              <a:sym typeface="+mn-lt"/>
            </a:endParaRPr>
          </a:p>
        </p:txBody>
      </p:sp>
      <p:sp>
        <p:nvSpPr>
          <p:cNvPr id="35" name="圆角矩形 34">
            <a:extLst>
              <a:ext uri="{FF2B5EF4-FFF2-40B4-BE49-F238E27FC236}">
                <a16:creationId xmlns:a16="http://schemas.microsoft.com/office/drawing/2014/main" id="{2158204F-E35F-99C9-B9B3-C9A0A0CC1819}"/>
              </a:ext>
            </a:extLst>
          </p:cNvPr>
          <p:cNvSpPr/>
          <p:nvPr/>
        </p:nvSpPr>
        <p:spPr>
          <a:xfrm>
            <a:off x="1911368" y="4995623"/>
            <a:ext cx="442762" cy="442762"/>
          </a:xfrm>
          <a:prstGeom prst="roundRect">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4F671E2C-CE7B-0E2E-EC5C-18FF956F9929}"/>
              </a:ext>
            </a:extLst>
          </p:cNvPr>
          <p:cNvSpPr txBox="1"/>
          <p:nvPr/>
        </p:nvSpPr>
        <p:spPr>
          <a:xfrm>
            <a:off x="1896152" y="5035891"/>
            <a:ext cx="458780" cy="338554"/>
          </a:xfrm>
          <a:prstGeom prst="rect">
            <a:avLst/>
          </a:prstGeom>
          <a:noFill/>
        </p:spPr>
        <p:txBody>
          <a:bodyPr wrap="none" rtlCol="0">
            <a:spAutoFit/>
          </a:bodyPr>
          <a:lstStyle/>
          <a:p>
            <a:pPr algn="ctr"/>
            <a:r>
              <a:rPr kumimoji="1" lang="en-US" altLang="zh-CN" sz="1600" dirty="0">
                <a:solidFill>
                  <a:schemeClr val="bg1"/>
                </a:solidFill>
                <a:latin typeface="+mn-ea"/>
              </a:rPr>
              <a:t>O4</a:t>
            </a:r>
            <a:endParaRPr kumimoji="1" lang="zh-CN" altLang="en-US" sz="1600" dirty="0">
              <a:solidFill>
                <a:schemeClr val="bg1"/>
              </a:solidFill>
              <a:latin typeface="+mn-ea"/>
            </a:endParaRPr>
          </a:p>
        </p:txBody>
      </p:sp>
      <p:sp>
        <p:nvSpPr>
          <p:cNvPr id="37" name="文本框 36">
            <a:extLst>
              <a:ext uri="{FF2B5EF4-FFF2-40B4-BE49-F238E27FC236}">
                <a16:creationId xmlns:a16="http://schemas.microsoft.com/office/drawing/2014/main" id="{41A6AA8F-CC2B-A674-E40D-E4F5F39D417D}"/>
              </a:ext>
            </a:extLst>
          </p:cNvPr>
          <p:cNvSpPr txBox="1"/>
          <p:nvPr/>
        </p:nvSpPr>
        <p:spPr>
          <a:xfrm>
            <a:off x="2428551" y="4904586"/>
            <a:ext cx="1099861"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j-ea"/>
                <a:ea typeface="+mj-ea"/>
              </a:rPr>
              <a:t>项目名称</a:t>
            </a:r>
            <a:r>
              <a:rPr kumimoji="1" lang="en-US" altLang="zh-CN" sz="1400" dirty="0">
                <a:solidFill>
                  <a:schemeClr val="tx1">
                    <a:lumMod val="75000"/>
                    <a:lumOff val="25000"/>
                  </a:schemeClr>
                </a:solidFill>
                <a:latin typeface="+mj-ea"/>
                <a:ea typeface="+mj-ea"/>
              </a:rPr>
              <a:t>-4</a:t>
            </a:r>
            <a:endParaRPr kumimoji="1" lang="zh-CN" altLang="en-US" sz="1400" dirty="0">
              <a:solidFill>
                <a:schemeClr val="tx1">
                  <a:lumMod val="75000"/>
                  <a:lumOff val="25000"/>
                </a:schemeClr>
              </a:solidFill>
              <a:latin typeface="+mj-ea"/>
              <a:ea typeface="+mj-ea"/>
            </a:endParaRPr>
          </a:p>
        </p:txBody>
      </p:sp>
      <p:sp>
        <p:nvSpPr>
          <p:cNvPr id="38" name="文本框 37">
            <a:extLst>
              <a:ext uri="{FF2B5EF4-FFF2-40B4-BE49-F238E27FC236}">
                <a16:creationId xmlns:a16="http://schemas.microsoft.com/office/drawing/2014/main" id="{DBF4F5D3-4A0B-D9DA-C2E0-495B545A1B69}"/>
              </a:ext>
            </a:extLst>
          </p:cNvPr>
          <p:cNvSpPr txBox="1"/>
          <p:nvPr/>
        </p:nvSpPr>
        <p:spPr>
          <a:xfrm>
            <a:off x="2415663" y="5183488"/>
            <a:ext cx="3041862" cy="460895"/>
          </a:xfrm>
          <a:prstGeom prst="rect">
            <a:avLst/>
          </a:prstGeom>
          <a:noFill/>
          <a:effectLst/>
        </p:spPr>
        <p:txBody>
          <a:bodyPr wrap="square" rtlCol="0">
            <a:spAutoFit/>
          </a:bodyPr>
          <a:lstStyle/>
          <a:p>
            <a:pPr>
              <a:lnSpc>
                <a:spcPct val="130000"/>
              </a:lnSpc>
            </a:pPr>
            <a:r>
              <a:rPr lang="zh-CN" altLang="en-US" sz="1000" dirty="0">
                <a:solidFill>
                  <a:schemeClr val="tx1">
                    <a:lumMod val="75000"/>
                    <a:lumOff val="25000"/>
                  </a:schemeClr>
                </a:solidFill>
                <a:latin typeface="+mn-ea"/>
                <a:cs typeface="+mn-ea"/>
                <a:sym typeface="+mn-lt"/>
              </a:rPr>
              <a:t>点击输入简要文字解说，解说文字尽量概括精炼，不用多余的文字修饰简洁精准</a:t>
            </a:r>
            <a:endParaRPr lang="en-US" altLang="zh-CN" sz="1000" dirty="0">
              <a:solidFill>
                <a:schemeClr val="tx1">
                  <a:lumMod val="75000"/>
                  <a:lumOff val="25000"/>
                </a:schemeClr>
              </a:solidFill>
              <a:latin typeface="+mn-ea"/>
              <a:cs typeface="+mn-ea"/>
              <a:sym typeface="+mn-lt"/>
            </a:endParaRPr>
          </a:p>
        </p:txBody>
      </p:sp>
    </p:spTree>
    <p:extLst>
      <p:ext uri="{BB962C8B-B14F-4D97-AF65-F5344CB8AC3E}">
        <p14:creationId xmlns:p14="http://schemas.microsoft.com/office/powerpoint/2010/main" val="357676087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dissolve">
                                      <p:cBhvr>
                                        <p:cTn id="7" dur="500"/>
                                        <p:tgtEl>
                                          <p:spTgt spid="25"/>
                                        </p:tgtEl>
                                      </p:cBhvr>
                                    </p:animEffect>
                                  </p:childTnLst>
                                </p:cTn>
                              </p:par>
                              <p:par>
                                <p:cTn id="8" presetID="9" presetClass="entr" presetSubtype="0" fill="hold" grpId="0"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dissolve">
                                      <p:cBhvr>
                                        <p:cTn id="10" dur="500"/>
                                        <p:tgtEl>
                                          <p:spTgt spid="26"/>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dissolve">
                                      <p:cBhvr>
                                        <p:cTn id="13" dur="500"/>
                                        <p:tgtEl>
                                          <p:spTgt spid="29"/>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dissolve">
                                      <p:cBhvr>
                                        <p:cTn id="16" dur="500"/>
                                        <p:tgtEl>
                                          <p:spTgt spid="30"/>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dissolve">
                                      <p:cBhvr>
                                        <p:cTn id="19" dur="500"/>
                                        <p:tgtEl>
                                          <p:spTgt spid="33"/>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dissolve">
                                      <p:cBhvr>
                                        <p:cTn id="22" dur="500"/>
                                        <p:tgtEl>
                                          <p:spTgt spid="34"/>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animEffect transition="in" filter="dissolve">
                                      <p:cBhvr>
                                        <p:cTn id="25" dur="500"/>
                                        <p:tgtEl>
                                          <p:spTgt spid="37"/>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8"/>
                                        </p:tgtEl>
                                        <p:attrNameLst>
                                          <p:attrName>style.visibility</p:attrName>
                                        </p:attrNameLst>
                                      </p:cBhvr>
                                      <p:to>
                                        <p:strVal val="visible"/>
                                      </p:to>
                                    </p:set>
                                    <p:animEffect transition="in" filter="dissolve">
                                      <p:cBhvr>
                                        <p:cTn id="28"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9" grpId="0"/>
      <p:bldP spid="30" grpId="0"/>
      <p:bldP spid="33" grpId="0"/>
      <p:bldP spid="34" grpId="0"/>
      <p:bldP spid="37" grpId="0"/>
      <p:bldP spid="3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C1308-2F1B-5D40-A5CB-483BE006117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11E3C9C3-173F-A4AC-C27F-C445D72C0A84}"/>
              </a:ext>
            </a:extLst>
          </p:cNvPr>
          <p:cNvSpPr txBox="1"/>
          <p:nvPr/>
        </p:nvSpPr>
        <p:spPr>
          <a:xfrm>
            <a:off x="863346" y="2643082"/>
            <a:ext cx="6830595" cy="1323439"/>
          </a:xfrm>
          <a:prstGeom prst="rect">
            <a:avLst/>
          </a:prstGeom>
          <a:noFill/>
        </p:spPr>
        <p:txBody>
          <a:bodyPr wrap="square" rtlCol="0">
            <a:spAutoFit/>
          </a:bodyPr>
          <a:lstStyle/>
          <a:p>
            <a:pPr algn="dist"/>
            <a:r>
              <a:rPr kumimoji="1" lang="zh-CN" altLang="en-US" sz="7800" dirty="0">
                <a:solidFill>
                  <a:schemeClr val="tx1">
                    <a:lumMod val="75000"/>
                    <a:lumOff val="25000"/>
                  </a:schemeClr>
                </a:solidFill>
                <a:latin typeface="+mj-ea"/>
                <a:ea typeface="+mj-ea"/>
              </a:rPr>
              <a:t>问题不足分析</a:t>
            </a:r>
          </a:p>
        </p:txBody>
      </p:sp>
      <p:sp>
        <p:nvSpPr>
          <p:cNvPr id="4" name="文本框 3">
            <a:extLst>
              <a:ext uri="{FF2B5EF4-FFF2-40B4-BE49-F238E27FC236}">
                <a16:creationId xmlns:a16="http://schemas.microsoft.com/office/drawing/2014/main" id="{769BE18F-0520-3653-FF62-41A5980490EF}"/>
              </a:ext>
            </a:extLst>
          </p:cNvPr>
          <p:cNvSpPr txBox="1"/>
          <p:nvPr/>
        </p:nvSpPr>
        <p:spPr>
          <a:xfrm>
            <a:off x="703720" y="3921394"/>
            <a:ext cx="7149847" cy="514756"/>
          </a:xfrm>
          <a:prstGeom prst="rect">
            <a:avLst/>
          </a:prstGeom>
          <a:noFill/>
        </p:spPr>
        <p:txBody>
          <a:bodyPr wrap="square" rtlCol="0">
            <a:spAutoFit/>
          </a:bodyPr>
          <a:lstStyle/>
          <a:p>
            <a:pPr algn="ctr">
              <a:lnSpc>
                <a:spcPct val="150000"/>
              </a:lnSpc>
            </a:pPr>
            <a:r>
              <a:rPr lang="en" altLang="zh-CN" sz="1000" dirty="0">
                <a:solidFill>
                  <a:schemeClr val="bg1">
                    <a:lumMod val="65000"/>
                  </a:schemeClr>
                </a:solidFill>
                <a:latin typeface="+mn-ea"/>
              </a:rPr>
              <a:t>YOUR CONTENT IS ENTERED HERE, OR BY COPYING YOUR TEXT, SELECT PASTE IN THIS BOX AND CHOOSE TO RETAIN ONLY TEXT. YOUR CONTENT IS TYPED HERE, OR BY COPYING YOUR TEXT, SELECT PASTE IN THIS BOX.</a:t>
            </a:r>
          </a:p>
        </p:txBody>
      </p:sp>
      <p:sp>
        <p:nvSpPr>
          <p:cNvPr id="5" name="矩形 4">
            <a:extLst>
              <a:ext uri="{FF2B5EF4-FFF2-40B4-BE49-F238E27FC236}">
                <a16:creationId xmlns:a16="http://schemas.microsoft.com/office/drawing/2014/main" id="{5C3BE7D2-D695-7EED-76A7-64D7B7296809}"/>
              </a:ext>
            </a:extLst>
          </p:cNvPr>
          <p:cNvSpPr/>
          <p:nvPr/>
        </p:nvSpPr>
        <p:spPr>
          <a:xfrm>
            <a:off x="0" y="5326003"/>
            <a:ext cx="12192000" cy="15319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E1624E88-29D6-6F9E-DABF-37DB034A42B7}"/>
              </a:ext>
            </a:extLst>
          </p:cNvPr>
          <p:cNvSpPr/>
          <p:nvPr/>
        </p:nvSpPr>
        <p:spPr>
          <a:xfrm>
            <a:off x="9728200" y="0"/>
            <a:ext cx="2463800" cy="685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27DDB65C-28DF-3390-AC4A-4D76FF2F39B0}"/>
              </a:ext>
            </a:extLst>
          </p:cNvPr>
          <p:cNvSpPr txBox="1"/>
          <p:nvPr/>
        </p:nvSpPr>
        <p:spPr>
          <a:xfrm>
            <a:off x="566476" y="6352839"/>
            <a:ext cx="3256224"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n-ea"/>
              </a:rPr>
              <a:t>商务办公系列</a:t>
            </a:r>
            <a:r>
              <a:rPr kumimoji="1" lang="en-US" altLang="zh-CN" sz="1200" dirty="0">
                <a:solidFill>
                  <a:schemeClr val="tx1">
                    <a:lumMod val="75000"/>
                    <a:lumOff val="25000"/>
                  </a:schemeClr>
                </a:solidFill>
                <a:latin typeface="+mn-ea"/>
              </a:rPr>
              <a:t>PPT</a:t>
            </a:r>
            <a:r>
              <a:rPr kumimoji="1" lang="zh-CN" altLang="en-US" sz="1200" dirty="0">
                <a:solidFill>
                  <a:schemeClr val="tx1">
                    <a:lumMod val="75000"/>
                    <a:lumOff val="25000"/>
                  </a:schemeClr>
                </a:solidFill>
                <a:latin typeface="+mn-ea"/>
              </a:rPr>
              <a:t>模板</a:t>
            </a:r>
          </a:p>
        </p:txBody>
      </p:sp>
      <p:sp>
        <p:nvSpPr>
          <p:cNvPr id="9" name="矩形 8">
            <a:extLst>
              <a:ext uri="{FF2B5EF4-FFF2-40B4-BE49-F238E27FC236}">
                <a16:creationId xmlns:a16="http://schemas.microsoft.com/office/drawing/2014/main" id="{C7D53FCA-765E-8B23-4B34-726BD1943C61}"/>
              </a:ext>
            </a:extLst>
          </p:cNvPr>
          <p:cNvSpPr/>
          <p:nvPr/>
        </p:nvSpPr>
        <p:spPr>
          <a:xfrm>
            <a:off x="2910711" y="2101372"/>
            <a:ext cx="2735864" cy="49727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6011C3E7-8CDF-1B8F-353F-DDFCC7CF5E10}"/>
              </a:ext>
            </a:extLst>
          </p:cNvPr>
          <p:cNvSpPr txBox="1"/>
          <p:nvPr/>
        </p:nvSpPr>
        <p:spPr>
          <a:xfrm>
            <a:off x="2980731" y="2168032"/>
            <a:ext cx="2595824" cy="369332"/>
          </a:xfrm>
          <a:prstGeom prst="rect">
            <a:avLst/>
          </a:prstGeom>
          <a:noFill/>
        </p:spPr>
        <p:txBody>
          <a:bodyPr wrap="square" rtlCol="0">
            <a:spAutoFit/>
          </a:bodyPr>
          <a:lstStyle/>
          <a:p>
            <a:pPr algn="dist"/>
            <a:r>
              <a:rPr kumimoji="1" lang="en-US" altLang="zh-CN" dirty="0">
                <a:solidFill>
                  <a:schemeClr val="bg1"/>
                </a:solidFill>
                <a:latin typeface="+mj-ea"/>
                <a:ea typeface="+mj-ea"/>
              </a:rPr>
              <a:t>PART</a:t>
            </a:r>
            <a:r>
              <a:rPr kumimoji="1" lang="zh-CN" altLang="en-US" dirty="0">
                <a:solidFill>
                  <a:schemeClr val="bg1"/>
                </a:solidFill>
                <a:latin typeface="+mj-ea"/>
                <a:ea typeface="+mj-ea"/>
              </a:rPr>
              <a:t> </a:t>
            </a:r>
            <a:r>
              <a:rPr kumimoji="1" lang="en-US" altLang="zh-CN" dirty="0">
                <a:solidFill>
                  <a:schemeClr val="bg1"/>
                </a:solidFill>
                <a:latin typeface="+mj-ea"/>
                <a:ea typeface="+mj-ea"/>
              </a:rPr>
              <a:t>THREE</a:t>
            </a:r>
            <a:endParaRPr kumimoji="1" lang="zh-CN" altLang="en-US" dirty="0">
              <a:solidFill>
                <a:schemeClr val="bg1"/>
              </a:solidFill>
              <a:latin typeface="+mj-ea"/>
              <a:ea typeface="+mj-ea"/>
            </a:endParaRPr>
          </a:p>
        </p:txBody>
      </p:sp>
      <p:sp>
        <p:nvSpPr>
          <p:cNvPr id="3" name="文本框 2">
            <a:extLst>
              <a:ext uri="{FF2B5EF4-FFF2-40B4-BE49-F238E27FC236}">
                <a16:creationId xmlns:a16="http://schemas.microsoft.com/office/drawing/2014/main" id="{0CA71092-78AF-DC1E-69F9-5B2C0206D451}"/>
              </a:ext>
            </a:extLst>
          </p:cNvPr>
          <p:cNvSpPr txBox="1"/>
          <p:nvPr/>
        </p:nvSpPr>
        <p:spPr>
          <a:xfrm>
            <a:off x="9753600" y="483615"/>
            <a:ext cx="2241319" cy="1862048"/>
          </a:xfrm>
          <a:prstGeom prst="rect">
            <a:avLst/>
          </a:prstGeom>
          <a:noFill/>
        </p:spPr>
        <p:txBody>
          <a:bodyPr wrap="none" rtlCol="0">
            <a:spAutoFit/>
          </a:bodyPr>
          <a:lstStyle/>
          <a:p>
            <a:pPr algn="ctr"/>
            <a:r>
              <a:rPr kumimoji="1" lang="en-US" altLang="zh-CN" sz="11500" dirty="0">
                <a:solidFill>
                  <a:schemeClr val="bg1"/>
                </a:solidFill>
                <a:latin typeface="Source Han Sans CN Heavy" panose="020B0500000000000000" pitchFamily="34" charset="-128"/>
                <a:ea typeface="Source Han Sans CN Heavy" panose="020B0500000000000000" pitchFamily="34" charset="-128"/>
              </a:rPr>
              <a:t>O3</a:t>
            </a:r>
            <a:endParaRPr kumimoji="1" lang="zh-CN" altLang="en-US" sz="11500" dirty="0">
              <a:solidFill>
                <a:schemeClr val="bg1"/>
              </a:solidFill>
              <a:latin typeface="Source Han Sans CN Heavy" panose="020B0500000000000000" pitchFamily="34" charset="-128"/>
              <a:ea typeface="Source Han Sans CN Heavy" panose="020B0500000000000000" pitchFamily="34" charset="-128"/>
            </a:endParaRPr>
          </a:p>
        </p:txBody>
      </p:sp>
      <p:pic>
        <p:nvPicPr>
          <p:cNvPr id="8" name="图片 7">
            <a:extLst>
              <a:ext uri="{FF2B5EF4-FFF2-40B4-BE49-F238E27FC236}">
                <a16:creationId xmlns:a16="http://schemas.microsoft.com/office/drawing/2014/main" id="{F5A3410A-5428-0A15-83B0-044984C9FE3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38757" y="1511300"/>
            <a:ext cx="4253243" cy="5348542"/>
          </a:xfrm>
          <a:prstGeom prst="rect">
            <a:avLst/>
          </a:prstGeom>
        </p:spPr>
      </p:pic>
    </p:spTree>
    <p:extLst>
      <p:ext uri="{BB962C8B-B14F-4D97-AF65-F5344CB8AC3E}">
        <p14:creationId xmlns:p14="http://schemas.microsoft.com/office/powerpoint/2010/main" val="3498232178"/>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outVertical)">
                                      <p:cBhvr>
                                        <p:cTn id="10" dur="500"/>
                                        <p:tgtEl>
                                          <p:spTgt spid="4"/>
                                        </p:tgtEl>
                                      </p:cBhvr>
                                    </p:animEffect>
                                  </p:childTnLst>
                                </p:cTn>
                              </p:par>
                              <p:par>
                                <p:cTn id="11" presetID="16" presetClass="entr" presetSubtype="37"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outVertical)">
                                      <p:cBhvr>
                                        <p:cTn id="13" dur="500"/>
                                        <p:tgtEl>
                                          <p:spTgt spid="9"/>
                                        </p:tgtEl>
                                      </p:cBhvr>
                                    </p:animEffect>
                                  </p:childTnLst>
                                </p:cTn>
                              </p:par>
                              <p:par>
                                <p:cTn id="14" presetID="16" presetClass="entr" presetSubtype="37"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outVertical)">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9" grpId="0" animBg="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2A775-5679-7231-E11A-364601190AAB}"/>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ABD6B08-6EBC-4F6E-DA81-9296E2A81356}"/>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问题不足分析</a:t>
            </a:r>
          </a:p>
        </p:txBody>
      </p:sp>
      <p:sp>
        <p:nvSpPr>
          <p:cNvPr id="3" name="矩形 2">
            <a:extLst>
              <a:ext uri="{FF2B5EF4-FFF2-40B4-BE49-F238E27FC236}">
                <a16:creationId xmlns:a16="http://schemas.microsoft.com/office/drawing/2014/main" id="{68ADA35D-A6BF-8476-CE8B-ACD063C0BCDE}"/>
              </a:ext>
            </a:extLst>
          </p:cNvPr>
          <p:cNvSpPr/>
          <p:nvPr/>
        </p:nvSpPr>
        <p:spPr>
          <a:xfrm>
            <a:off x="0" y="1939372"/>
            <a:ext cx="12192000" cy="32121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矩形 3">
            <a:extLst>
              <a:ext uri="{FF2B5EF4-FFF2-40B4-BE49-F238E27FC236}">
                <a16:creationId xmlns:a16="http://schemas.microsoft.com/office/drawing/2014/main" id="{60BF1AF5-3947-14FF-645A-29550E0EA134}"/>
              </a:ext>
            </a:extLst>
          </p:cNvPr>
          <p:cNvSpPr/>
          <p:nvPr/>
        </p:nvSpPr>
        <p:spPr>
          <a:xfrm>
            <a:off x="8482507" y="1576387"/>
            <a:ext cx="3114675" cy="4437451"/>
          </a:xfrm>
          <a:prstGeom prst="rect">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同心圆 4">
            <a:extLst>
              <a:ext uri="{FF2B5EF4-FFF2-40B4-BE49-F238E27FC236}">
                <a16:creationId xmlns:a16="http://schemas.microsoft.com/office/drawing/2014/main" id="{F6CFD9F9-F5DE-806A-DF11-3576D016B6A2}"/>
              </a:ext>
            </a:extLst>
          </p:cNvPr>
          <p:cNvSpPr/>
          <p:nvPr/>
        </p:nvSpPr>
        <p:spPr>
          <a:xfrm>
            <a:off x="1173236" y="2317358"/>
            <a:ext cx="1137174" cy="1137174"/>
          </a:xfrm>
          <a:prstGeom prst="donut">
            <a:avLst>
              <a:gd name="adj" fmla="val 1239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6" name="空心弧 5">
            <a:extLst>
              <a:ext uri="{FF2B5EF4-FFF2-40B4-BE49-F238E27FC236}">
                <a16:creationId xmlns:a16="http://schemas.microsoft.com/office/drawing/2014/main" id="{E94558F6-F27A-45E4-91C8-4A63FAE85A72}"/>
              </a:ext>
            </a:extLst>
          </p:cNvPr>
          <p:cNvSpPr/>
          <p:nvPr/>
        </p:nvSpPr>
        <p:spPr>
          <a:xfrm>
            <a:off x="1173236" y="2317358"/>
            <a:ext cx="1137174" cy="1137174"/>
          </a:xfrm>
          <a:prstGeom prst="blockArc">
            <a:avLst>
              <a:gd name="adj1" fmla="val 7499099"/>
              <a:gd name="adj2" fmla="val 577616"/>
              <a:gd name="adj3" fmla="val 12098"/>
            </a:avLst>
          </a:prstGeom>
          <a:gradFill>
            <a:gsLst>
              <a:gs pos="0">
                <a:srgbClr val="0070C0"/>
              </a:gs>
              <a:gs pos="100000">
                <a:schemeClr val="accent5">
                  <a:lumMod val="7500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7" name="同心圆 6">
            <a:extLst>
              <a:ext uri="{FF2B5EF4-FFF2-40B4-BE49-F238E27FC236}">
                <a16:creationId xmlns:a16="http://schemas.microsoft.com/office/drawing/2014/main" id="{870EA9F1-E415-131B-408D-F031B8F213CA}"/>
              </a:ext>
            </a:extLst>
          </p:cNvPr>
          <p:cNvSpPr/>
          <p:nvPr/>
        </p:nvSpPr>
        <p:spPr>
          <a:xfrm>
            <a:off x="3498057" y="2317358"/>
            <a:ext cx="1137174" cy="1137174"/>
          </a:xfrm>
          <a:prstGeom prst="donut">
            <a:avLst>
              <a:gd name="adj" fmla="val 1239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8" name="空心弧 7">
            <a:extLst>
              <a:ext uri="{FF2B5EF4-FFF2-40B4-BE49-F238E27FC236}">
                <a16:creationId xmlns:a16="http://schemas.microsoft.com/office/drawing/2014/main" id="{9EAB280E-80F4-A5EB-9C0E-6D5ABABF9E60}"/>
              </a:ext>
            </a:extLst>
          </p:cNvPr>
          <p:cNvSpPr/>
          <p:nvPr/>
        </p:nvSpPr>
        <p:spPr>
          <a:xfrm>
            <a:off x="3498057" y="2317358"/>
            <a:ext cx="1137174" cy="1137174"/>
          </a:xfrm>
          <a:prstGeom prst="blockArc">
            <a:avLst>
              <a:gd name="adj1" fmla="val 3400638"/>
              <a:gd name="adj2" fmla="val 577616"/>
              <a:gd name="adj3" fmla="val 12098"/>
            </a:avLst>
          </a:prstGeom>
          <a:gradFill>
            <a:gsLst>
              <a:gs pos="0">
                <a:srgbClr val="0070C0"/>
              </a:gs>
              <a:gs pos="100000">
                <a:schemeClr val="accent5">
                  <a:lumMod val="7500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9" name="同心圆 8">
            <a:extLst>
              <a:ext uri="{FF2B5EF4-FFF2-40B4-BE49-F238E27FC236}">
                <a16:creationId xmlns:a16="http://schemas.microsoft.com/office/drawing/2014/main" id="{20AD31BB-7D0D-15E9-367A-323068D665F0}"/>
              </a:ext>
            </a:extLst>
          </p:cNvPr>
          <p:cNvSpPr/>
          <p:nvPr/>
        </p:nvSpPr>
        <p:spPr>
          <a:xfrm>
            <a:off x="5844120" y="2317358"/>
            <a:ext cx="1137174" cy="1137174"/>
          </a:xfrm>
          <a:prstGeom prst="donut">
            <a:avLst>
              <a:gd name="adj" fmla="val 1239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0" name="空心弧 9">
            <a:extLst>
              <a:ext uri="{FF2B5EF4-FFF2-40B4-BE49-F238E27FC236}">
                <a16:creationId xmlns:a16="http://schemas.microsoft.com/office/drawing/2014/main" id="{9B80334F-0EEE-E9F6-3EF6-BB0F41D16D28}"/>
              </a:ext>
            </a:extLst>
          </p:cNvPr>
          <p:cNvSpPr/>
          <p:nvPr/>
        </p:nvSpPr>
        <p:spPr>
          <a:xfrm rot="18900000">
            <a:off x="5844120" y="2317358"/>
            <a:ext cx="1137174" cy="1137174"/>
          </a:xfrm>
          <a:prstGeom prst="blockArc">
            <a:avLst>
              <a:gd name="adj1" fmla="val 18745385"/>
              <a:gd name="adj2" fmla="val 577616"/>
              <a:gd name="adj3" fmla="val 12098"/>
            </a:avLst>
          </a:prstGeom>
          <a:gradFill>
            <a:gsLst>
              <a:gs pos="0">
                <a:srgbClr val="0070C0"/>
              </a:gs>
              <a:gs pos="100000">
                <a:schemeClr val="accent5">
                  <a:lumMod val="7500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1" name="文本框 10">
            <a:extLst>
              <a:ext uri="{FF2B5EF4-FFF2-40B4-BE49-F238E27FC236}">
                <a16:creationId xmlns:a16="http://schemas.microsoft.com/office/drawing/2014/main" id="{17AF5040-58F3-48AB-BBF2-B7D828561277}"/>
              </a:ext>
            </a:extLst>
          </p:cNvPr>
          <p:cNvSpPr txBox="1"/>
          <p:nvPr/>
        </p:nvSpPr>
        <p:spPr>
          <a:xfrm>
            <a:off x="1401826" y="2701279"/>
            <a:ext cx="679994" cy="369332"/>
          </a:xfrm>
          <a:prstGeom prst="rect">
            <a:avLst/>
          </a:prstGeom>
          <a:noFill/>
        </p:spPr>
        <p:txBody>
          <a:bodyPr wrap="none" rtlCol="0">
            <a:spAutoFit/>
          </a:bodyPr>
          <a:lstStyle/>
          <a:p>
            <a:r>
              <a:rPr kumimoji="1" lang="en-US" altLang="zh-CN" dirty="0">
                <a:solidFill>
                  <a:schemeClr val="tx1">
                    <a:lumMod val="75000"/>
                    <a:lumOff val="25000"/>
                  </a:schemeClr>
                </a:solidFill>
                <a:latin typeface="+mj-ea"/>
                <a:ea typeface="+mj-ea"/>
              </a:rPr>
              <a:t>80%</a:t>
            </a:r>
            <a:endParaRPr kumimoji="1" lang="zh-CN" altLang="en-US" dirty="0">
              <a:solidFill>
                <a:schemeClr val="tx1">
                  <a:lumMod val="75000"/>
                  <a:lumOff val="25000"/>
                </a:schemeClr>
              </a:solidFill>
              <a:latin typeface="+mj-ea"/>
              <a:ea typeface="+mj-ea"/>
            </a:endParaRPr>
          </a:p>
        </p:txBody>
      </p:sp>
      <p:sp>
        <p:nvSpPr>
          <p:cNvPr id="12" name="文本框 11">
            <a:extLst>
              <a:ext uri="{FF2B5EF4-FFF2-40B4-BE49-F238E27FC236}">
                <a16:creationId xmlns:a16="http://schemas.microsoft.com/office/drawing/2014/main" id="{89680703-30D9-063B-4A7A-297F3F9D3C0A}"/>
              </a:ext>
            </a:extLst>
          </p:cNvPr>
          <p:cNvSpPr txBox="1"/>
          <p:nvPr/>
        </p:nvSpPr>
        <p:spPr>
          <a:xfrm>
            <a:off x="3726647" y="2701279"/>
            <a:ext cx="679994" cy="369332"/>
          </a:xfrm>
          <a:prstGeom prst="rect">
            <a:avLst/>
          </a:prstGeom>
          <a:noFill/>
        </p:spPr>
        <p:txBody>
          <a:bodyPr wrap="none" rtlCol="0">
            <a:spAutoFit/>
          </a:bodyPr>
          <a:lstStyle/>
          <a:p>
            <a:r>
              <a:rPr kumimoji="1" lang="en-US" altLang="zh-CN" dirty="0">
                <a:solidFill>
                  <a:schemeClr val="tx1">
                    <a:lumMod val="75000"/>
                    <a:lumOff val="25000"/>
                  </a:schemeClr>
                </a:solidFill>
                <a:latin typeface="+mj-ea"/>
                <a:ea typeface="+mj-ea"/>
              </a:rPr>
              <a:t>60%</a:t>
            </a:r>
            <a:endParaRPr kumimoji="1" lang="zh-CN" altLang="en-US" dirty="0">
              <a:solidFill>
                <a:schemeClr val="tx1">
                  <a:lumMod val="75000"/>
                  <a:lumOff val="25000"/>
                </a:schemeClr>
              </a:solidFill>
              <a:latin typeface="+mj-ea"/>
              <a:ea typeface="+mj-ea"/>
            </a:endParaRPr>
          </a:p>
        </p:txBody>
      </p:sp>
      <p:sp>
        <p:nvSpPr>
          <p:cNvPr id="13" name="文本框 12">
            <a:extLst>
              <a:ext uri="{FF2B5EF4-FFF2-40B4-BE49-F238E27FC236}">
                <a16:creationId xmlns:a16="http://schemas.microsoft.com/office/drawing/2014/main" id="{29D39996-2E27-B0E7-6B5B-402A583ABDFB}"/>
              </a:ext>
            </a:extLst>
          </p:cNvPr>
          <p:cNvSpPr txBox="1"/>
          <p:nvPr/>
        </p:nvSpPr>
        <p:spPr>
          <a:xfrm>
            <a:off x="6072710" y="2701279"/>
            <a:ext cx="679994" cy="369332"/>
          </a:xfrm>
          <a:prstGeom prst="rect">
            <a:avLst/>
          </a:prstGeom>
          <a:noFill/>
        </p:spPr>
        <p:txBody>
          <a:bodyPr wrap="none" rtlCol="0">
            <a:spAutoFit/>
          </a:bodyPr>
          <a:lstStyle/>
          <a:p>
            <a:r>
              <a:rPr kumimoji="1" lang="en-US" altLang="zh-CN" dirty="0">
                <a:solidFill>
                  <a:schemeClr val="tx1">
                    <a:lumMod val="75000"/>
                    <a:lumOff val="25000"/>
                  </a:schemeClr>
                </a:solidFill>
                <a:latin typeface="+mj-ea"/>
                <a:ea typeface="+mj-ea"/>
              </a:rPr>
              <a:t>20%</a:t>
            </a:r>
            <a:endParaRPr kumimoji="1" lang="zh-CN" altLang="en-US" dirty="0">
              <a:solidFill>
                <a:schemeClr val="tx1">
                  <a:lumMod val="75000"/>
                  <a:lumOff val="25000"/>
                </a:schemeClr>
              </a:solidFill>
              <a:latin typeface="+mj-ea"/>
              <a:ea typeface="+mj-ea"/>
            </a:endParaRPr>
          </a:p>
        </p:txBody>
      </p:sp>
      <p:sp>
        <p:nvSpPr>
          <p:cNvPr id="14" name="文本框 13">
            <a:extLst>
              <a:ext uri="{FF2B5EF4-FFF2-40B4-BE49-F238E27FC236}">
                <a16:creationId xmlns:a16="http://schemas.microsoft.com/office/drawing/2014/main" id="{C93765FC-0653-AA19-AF0C-DEDFD9883F84}"/>
              </a:ext>
            </a:extLst>
          </p:cNvPr>
          <p:cNvSpPr txBox="1"/>
          <p:nvPr/>
        </p:nvSpPr>
        <p:spPr>
          <a:xfrm>
            <a:off x="848855" y="3591340"/>
            <a:ext cx="1785936" cy="604076"/>
          </a:xfrm>
          <a:prstGeom prst="rect">
            <a:avLst/>
          </a:prstGeom>
          <a:noFill/>
          <a:effectLst/>
        </p:spPr>
        <p:txBody>
          <a:bodyPr wrap="square" rtlCol="0">
            <a:spAutoFit/>
          </a:bodyPr>
          <a:lstStyle/>
          <a:p>
            <a:pPr algn="ctr">
              <a:lnSpc>
                <a:spcPct val="130000"/>
              </a:lnSpc>
            </a:pPr>
            <a:r>
              <a:rPr lang="zh-CN" altLang="en-US" sz="900" dirty="0">
                <a:solidFill>
                  <a:schemeClr val="tx1">
                    <a:lumMod val="75000"/>
                    <a:lumOff val="25000"/>
                  </a:schemeClr>
                </a:solidFill>
                <a:latin typeface="+mn-ea"/>
                <a:cs typeface="+mn-ea"/>
                <a:sym typeface="+mn-lt"/>
              </a:rPr>
              <a:t>点击输入简要文字解说，解说文字尽量概括精炼，不用多余的文字修饰简洁精准</a:t>
            </a:r>
            <a:endParaRPr lang="en-US" altLang="zh-CN" sz="900" dirty="0">
              <a:solidFill>
                <a:schemeClr val="tx1">
                  <a:lumMod val="75000"/>
                  <a:lumOff val="25000"/>
                </a:schemeClr>
              </a:solidFill>
              <a:latin typeface="+mn-ea"/>
              <a:cs typeface="+mn-ea"/>
              <a:sym typeface="+mn-lt"/>
            </a:endParaRPr>
          </a:p>
        </p:txBody>
      </p:sp>
      <p:sp>
        <p:nvSpPr>
          <p:cNvPr id="15" name="文本框 14">
            <a:extLst>
              <a:ext uri="{FF2B5EF4-FFF2-40B4-BE49-F238E27FC236}">
                <a16:creationId xmlns:a16="http://schemas.microsoft.com/office/drawing/2014/main" id="{3EA87973-4C4E-6F4E-B2CE-C202B1B8CA26}"/>
              </a:ext>
            </a:extLst>
          </p:cNvPr>
          <p:cNvSpPr txBox="1"/>
          <p:nvPr/>
        </p:nvSpPr>
        <p:spPr>
          <a:xfrm>
            <a:off x="3173676" y="3591340"/>
            <a:ext cx="1785936" cy="604076"/>
          </a:xfrm>
          <a:prstGeom prst="rect">
            <a:avLst/>
          </a:prstGeom>
          <a:noFill/>
          <a:effectLst/>
        </p:spPr>
        <p:txBody>
          <a:bodyPr wrap="square" rtlCol="0">
            <a:spAutoFit/>
          </a:bodyPr>
          <a:lstStyle/>
          <a:p>
            <a:pPr algn="ctr">
              <a:lnSpc>
                <a:spcPct val="130000"/>
              </a:lnSpc>
            </a:pPr>
            <a:r>
              <a:rPr lang="zh-CN" altLang="en-US" sz="900" dirty="0">
                <a:solidFill>
                  <a:schemeClr val="tx1">
                    <a:lumMod val="75000"/>
                    <a:lumOff val="25000"/>
                  </a:schemeClr>
                </a:solidFill>
                <a:latin typeface="+mn-ea"/>
                <a:cs typeface="+mn-ea"/>
                <a:sym typeface="+mn-lt"/>
              </a:rPr>
              <a:t>点击输入简要文字解说，解说文字尽量概括精炼，不用多余的文字修饰简洁精准</a:t>
            </a:r>
            <a:endParaRPr lang="en-US" altLang="zh-CN" sz="900" dirty="0">
              <a:solidFill>
                <a:schemeClr val="tx1">
                  <a:lumMod val="75000"/>
                  <a:lumOff val="25000"/>
                </a:schemeClr>
              </a:solidFill>
              <a:latin typeface="+mn-ea"/>
              <a:cs typeface="+mn-ea"/>
              <a:sym typeface="+mn-lt"/>
            </a:endParaRPr>
          </a:p>
        </p:txBody>
      </p:sp>
      <p:sp>
        <p:nvSpPr>
          <p:cNvPr id="16" name="文本框 15">
            <a:extLst>
              <a:ext uri="{FF2B5EF4-FFF2-40B4-BE49-F238E27FC236}">
                <a16:creationId xmlns:a16="http://schemas.microsoft.com/office/drawing/2014/main" id="{09D1DF84-A986-ECE8-C602-A84952D5CA96}"/>
              </a:ext>
            </a:extLst>
          </p:cNvPr>
          <p:cNvSpPr txBox="1"/>
          <p:nvPr/>
        </p:nvSpPr>
        <p:spPr>
          <a:xfrm>
            <a:off x="5519739" y="3591340"/>
            <a:ext cx="1785936" cy="604076"/>
          </a:xfrm>
          <a:prstGeom prst="rect">
            <a:avLst/>
          </a:prstGeom>
          <a:noFill/>
          <a:effectLst/>
        </p:spPr>
        <p:txBody>
          <a:bodyPr wrap="square" rtlCol="0">
            <a:spAutoFit/>
          </a:bodyPr>
          <a:lstStyle/>
          <a:p>
            <a:pPr algn="ctr">
              <a:lnSpc>
                <a:spcPct val="130000"/>
              </a:lnSpc>
            </a:pPr>
            <a:r>
              <a:rPr lang="zh-CN" altLang="en-US" sz="900" dirty="0">
                <a:solidFill>
                  <a:schemeClr val="tx1">
                    <a:lumMod val="75000"/>
                    <a:lumOff val="25000"/>
                  </a:schemeClr>
                </a:solidFill>
                <a:latin typeface="+mn-ea"/>
                <a:cs typeface="+mn-ea"/>
                <a:sym typeface="+mn-lt"/>
              </a:rPr>
              <a:t>点击输入简要文字解说，解说文字尽量概括精炼，不用多余的文字修饰简洁精准</a:t>
            </a:r>
            <a:endParaRPr lang="en-US" altLang="zh-CN" sz="900" dirty="0">
              <a:solidFill>
                <a:schemeClr val="tx1">
                  <a:lumMod val="75000"/>
                  <a:lumOff val="25000"/>
                </a:schemeClr>
              </a:solidFill>
              <a:latin typeface="+mn-ea"/>
              <a:cs typeface="+mn-ea"/>
              <a:sym typeface="+mn-lt"/>
            </a:endParaRPr>
          </a:p>
        </p:txBody>
      </p:sp>
      <p:sp>
        <p:nvSpPr>
          <p:cNvPr id="17" name="文本框 16">
            <a:extLst>
              <a:ext uri="{FF2B5EF4-FFF2-40B4-BE49-F238E27FC236}">
                <a16:creationId xmlns:a16="http://schemas.microsoft.com/office/drawing/2014/main" id="{A742FF3E-4930-9FEA-EAB9-714C44CE0636}"/>
              </a:ext>
            </a:extLst>
          </p:cNvPr>
          <p:cNvSpPr txBox="1"/>
          <p:nvPr/>
        </p:nvSpPr>
        <p:spPr>
          <a:xfrm>
            <a:off x="1287212" y="4292468"/>
            <a:ext cx="909223"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2O2X</a:t>
            </a:r>
            <a:r>
              <a:rPr kumimoji="1" lang="zh-CN" altLang="en-US" sz="1600" dirty="0">
                <a:solidFill>
                  <a:schemeClr val="tx1">
                    <a:lumMod val="75000"/>
                    <a:lumOff val="25000"/>
                  </a:schemeClr>
                </a:solidFill>
                <a:latin typeface="+mj-ea"/>
                <a:ea typeface="+mj-ea"/>
              </a:rPr>
              <a:t>年</a:t>
            </a:r>
          </a:p>
        </p:txBody>
      </p:sp>
      <p:sp>
        <p:nvSpPr>
          <p:cNvPr id="18" name="矩形 17">
            <a:extLst>
              <a:ext uri="{FF2B5EF4-FFF2-40B4-BE49-F238E27FC236}">
                <a16:creationId xmlns:a16="http://schemas.microsoft.com/office/drawing/2014/main" id="{88B080D5-769F-B1E4-BD07-3EE4B2B876A5}"/>
              </a:ext>
            </a:extLst>
          </p:cNvPr>
          <p:cNvSpPr/>
          <p:nvPr/>
        </p:nvSpPr>
        <p:spPr>
          <a:xfrm>
            <a:off x="1379641" y="4618239"/>
            <a:ext cx="724364" cy="45719"/>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4FB90D8E-6510-71E4-F320-582373825BED}"/>
              </a:ext>
            </a:extLst>
          </p:cNvPr>
          <p:cNvSpPr txBox="1"/>
          <p:nvPr/>
        </p:nvSpPr>
        <p:spPr>
          <a:xfrm>
            <a:off x="1047562" y="4705860"/>
            <a:ext cx="1388522" cy="246221"/>
          </a:xfrm>
          <a:prstGeom prst="rect">
            <a:avLst/>
          </a:prstGeom>
          <a:noFill/>
        </p:spPr>
        <p:txBody>
          <a:bodyPr wrap="none" rtlCol="0">
            <a:spAutoFit/>
          </a:bodyPr>
          <a:lstStyle/>
          <a:p>
            <a:r>
              <a:rPr kumimoji="1" lang="en-US" altLang="zh-CN" sz="1000" dirty="0">
                <a:solidFill>
                  <a:schemeClr val="bg1">
                    <a:lumMod val="65000"/>
                  </a:schemeClr>
                </a:solidFill>
                <a:latin typeface="+mn-ea"/>
              </a:rPr>
              <a:t>BUSINESS</a:t>
            </a:r>
            <a:r>
              <a:rPr kumimoji="1" lang="zh-CN" altLang="en-US" sz="1000" dirty="0">
                <a:solidFill>
                  <a:schemeClr val="bg1">
                    <a:lumMod val="65000"/>
                  </a:schemeClr>
                </a:solidFill>
                <a:latin typeface="+mn-ea"/>
              </a:rPr>
              <a:t> </a:t>
            </a:r>
            <a:r>
              <a:rPr kumimoji="1" lang="en-US" altLang="zh-CN" sz="1000" dirty="0">
                <a:solidFill>
                  <a:schemeClr val="bg1">
                    <a:lumMod val="65000"/>
                  </a:schemeClr>
                </a:solidFill>
                <a:latin typeface="+mn-ea"/>
              </a:rPr>
              <a:t>PROJECT</a:t>
            </a:r>
            <a:endParaRPr kumimoji="1" lang="zh-CN" altLang="en-US" sz="1000" dirty="0">
              <a:solidFill>
                <a:schemeClr val="bg1">
                  <a:lumMod val="65000"/>
                </a:schemeClr>
              </a:solidFill>
              <a:latin typeface="+mn-ea"/>
            </a:endParaRPr>
          </a:p>
        </p:txBody>
      </p:sp>
      <p:sp>
        <p:nvSpPr>
          <p:cNvPr id="20" name="文本框 19">
            <a:extLst>
              <a:ext uri="{FF2B5EF4-FFF2-40B4-BE49-F238E27FC236}">
                <a16:creationId xmlns:a16="http://schemas.microsoft.com/office/drawing/2014/main" id="{4514712C-D69F-D9BA-CCD2-C8BB5E56D3FF}"/>
              </a:ext>
            </a:extLst>
          </p:cNvPr>
          <p:cNvSpPr txBox="1"/>
          <p:nvPr/>
        </p:nvSpPr>
        <p:spPr>
          <a:xfrm>
            <a:off x="3612033" y="4292468"/>
            <a:ext cx="909223"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2O26</a:t>
            </a:r>
            <a:r>
              <a:rPr kumimoji="1" lang="zh-CN" altLang="en-US" sz="1600" dirty="0">
                <a:solidFill>
                  <a:schemeClr val="tx1">
                    <a:lumMod val="75000"/>
                    <a:lumOff val="25000"/>
                  </a:schemeClr>
                </a:solidFill>
                <a:latin typeface="+mj-ea"/>
                <a:ea typeface="+mj-ea"/>
              </a:rPr>
              <a:t>年</a:t>
            </a:r>
          </a:p>
        </p:txBody>
      </p:sp>
      <p:sp>
        <p:nvSpPr>
          <p:cNvPr id="21" name="矩形 20">
            <a:extLst>
              <a:ext uri="{FF2B5EF4-FFF2-40B4-BE49-F238E27FC236}">
                <a16:creationId xmlns:a16="http://schemas.microsoft.com/office/drawing/2014/main" id="{31C8E7C8-3345-3AED-974A-79F557C5BA4D}"/>
              </a:ext>
            </a:extLst>
          </p:cNvPr>
          <p:cNvSpPr/>
          <p:nvPr/>
        </p:nvSpPr>
        <p:spPr>
          <a:xfrm>
            <a:off x="3704462" y="4618239"/>
            <a:ext cx="724364" cy="45719"/>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文本框 21">
            <a:extLst>
              <a:ext uri="{FF2B5EF4-FFF2-40B4-BE49-F238E27FC236}">
                <a16:creationId xmlns:a16="http://schemas.microsoft.com/office/drawing/2014/main" id="{DB346450-F37E-376D-6D03-FE57AFDBB044}"/>
              </a:ext>
            </a:extLst>
          </p:cNvPr>
          <p:cNvSpPr txBox="1"/>
          <p:nvPr/>
        </p:nvSpPr>
        <p:spPr>
          <a:xfrm>
            <a:off x="3372383" y="4705860"/>
            <a:ext cx="1388522" cy="246221"/>
          </a:xfrm>
          <a:prstGeom prst="rect">
            <a:avLst/>
          </a:prstGeom>
          <a:noFill/>
        </p:spPr>
        <p:txBody>
          <a:bodyPr wrap="none" rtlCol="0">
            <a:spAutoFit/>
          </a:bodyPr>
          <a:lstStyle/>
          <a:p>
            <a:r>
              <a:rPr kumimoji="1" lang="en-US" altLang="zh-CN" sz="1000" dirty="0">
                <a:solidFill>
                  <a:schemeClr val="bg1">
                    <a:lumMod val="65000"/>
                  </a:schemeClr>
                </a:solidFill>
                <a:latin typeface="+mn-ea"/>
              </a:rPr>
              <a:t>BUSINESS</a:t>
            </a:r>
            <a:r>
              <a:rPr kumimoji="1" lang="zh-CN" altLang="en-US" sz="1000" dirty="0">
                <a:solidFill>
                  <a:schemeClr val="bg1">
                    <a:lumMod val="65000"/>
                  </a:schemeClr>
                </a:solidFill>
                <a:latin typeface="+mn-ea"/>
              </a:rPr>
              <a:t> </a:t>
            </a:r>
            <a:r>
              <a:rPr kumimoji="1" lang="en-US" altLang="zh-CN" sz="1000" dirty="0">
                <a:solidFill>
                  <a:schemeClr val="bg1">
                    <a:lumMod val="65000"/>
                  </a:schemeClr>
                </a:solidFill>
                <a:latin typeface="+mn-ea"/>
              </a:rPr>
              <a:t>PROJECT</a:t>
            </a:r>
            <a:endParaRPr kumimoji="1" lang="zh-CN" altLang="en-US" sz="1000" dirty="0">
              <a:solidFill>
                <a:schemeClr val="bg1">
                  <a:lumMod val="65000"/>
                </a:schemeClr>
              </a:solidFill>
              <a:latin typeface="+mn-ea"/>
            </a:endParaRPr>
          </a:p>
        </p:txBody>
      </p:sp>
      <p:sp>
        <p:nvSpPr>
          <p:cNvPr id="23" name="文本框 22">
            <a:extLst>
              <a:ext uri="{FF2B5EF4-FFF2-40B4-BE49-F238E27FC236}">
                <a16:creationId xmlns:a16="http://schemas.microsoft.com/office/drawing/2014/main" id="{FE22D725-88C5-D9CF-0573-1EAB68F40052}"/>
              </a:ext>
            </a:extLst>
          </p:cNvPr>
          <p:cNvSpPr txBox="1"/>
          <p:nvPr/>
        </p:nvSpPr>
        <p:spPr>
          <a:xfrm>
            <a:off x="5958096" y="4292468"/>
            <a:ext cx="909223"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2O27</a:t>
            </a:r>
            <a:r>
              <a:rPr kumimoji="1" lang="zh-CN" altLang="en-US" sz="1600" dirty="0">
                <a:solidFill>
                  <a:schemeClr val="tx1">
                    <a:lumMod val="75000"/>
                    <a:lumOff val="25000"/>
                  </a:schemeClr>
                </a:solidFill>
                <a:latin typeface="+mj-ea"/>
                <a:ea typeface="+mj-ea"/>
              </a:rPr>
              <a:t>年</a:t>
            </a:r>
          </a:p>
        </p:txBody>
      </p:sp>
      <p:sp>
        <p:nvSpPr>
          <p:cNvPr id="24" name="矩形 23">
            <a:extLst>
              <a:ext uri="{FF2B5EF4-FFF2-40B4-BE49-F238E27FC236}">
                <a16:creationId xmlns:a16="http://schemas.microsoft.com/office/drawing/2014/main" id="{EDDACE27-AA94-8AF8-95C9-65688BE309EA}"/>
              </a:ext>
            </a:extLst>
          </p:cNvPr>
          <p:cNvSpPr/>
          <p:nvPr/>
        </p:nvSpPr>
        <p:spPr>
          <a:xfrm>
            <a:off x="6050525" y="4618239"/>
            <a:ext cx="724364" cy="45719"/>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文本框 24">
            <a:extLst>
              <a:ext uri="{FF2B5EF4-FFF2-40B4-BE49-F238E27FC236}">
                <a16:creationId xmlns:a16="http://schemas.microsoft.com/office/drawing/2014/main" id="{A038FF68-4033-9A3E-5BDA-E2962C9D4FC4}"/>
              </a:ext>
            </a:extLst>
          </p:cNvPr>
          <p:cNvSpPr txBox="1"/>
          <p:nvPr/>
        </p:nvSpPr>
        <p:spPr>
          <a:xfrm>
            <a:off x="5718446" y="4705860"/>
            <a:ext cx="1388522" cy="246221"/>
          </a:xfrm>
          <a:prstGeom prst="rect">
            <a:avLst/>
          </a:prstGeom>
          <a:noFill/>
        </p:spPr>
        <p:txBody>
          <a:bodyPr wrap="none" rtlCol="0">
            <a:spAutoFit/>
          </a:bodyPr>
          <a:lstStyle/>
          <a:p>
            <a:r>
              <a:rPr kumimoji="1" lang="en-US" altLang="zh-CN" sz="1000" dirty="0">
                <a:solidFill>
                  <a:schemeClr val="bg1">
                    <a:lumMod val="65000"/>
                  </a:schemeClr>
                </a:solidFill>
                <a:latin typeface="+mn-ea"/>
              </a:rPr>
              <a:t>BUSINESS</a:t>
            </a:r>
            <a:r>
              <a:rPr kumimoji="1" lang="zh-CN" altLang="en-US" sz="1000" dirty="0">
                <a:solidFill>
                  <a:schemeClr val="bg1">
                    <a:lumMod val="65000"/>
                  </a:schemeClr>
                </a:solidFill>
                <a:latin typeface="+mn-ea"/>
              </a:rPr>
              <a:t> </a:t>
            </a:r>
            <a:r>
              <a:rPr kumimoji="1" lang="en-US" altLang="zh-CN" sz="1000" dirty="0">
                <a:solidFill>
                  <a:schemeClr val="bg1">
                    <a:lumMod val="65000"/>
                  </a:schemeClr>
                </a:solidFill>
                <a:latin typeface="+mn-ea"/>
              </a:rPr>
              <a:t>PROJECT</a:t>
            </a:r>
            <a:endParaRPr kumimoji="1" lang="zh-CN" altLang="en-US" sz="1000" dirty="0">
              <a:solidFill>
                <a:schemeClr val="bg1">
                  <a:lumMod val="65000"/>
                </a:schemeClr>
              </a:solidFill>
              <a:latin typeface="+mn-ea"/>
            </a:endParaRPr>
          </a:p>
        </p:txBody>
      </p:sp>
      <p:sp>
        <p:nvSpPr>
          <p:cNvPr id="26" name="圆角矩形 25">
            <a:extLst>
              <a:ext uri="{FF2B5EF4-FFF2-40B4-BE49-F238E27FC236}">
                <a16:creationId xmlns:a16="http://schemas.microsoft.com/office/drawing/2014/main" id="{068A8D48-253F-B65B-EC7D-1C208A7815DD}"/>
              </a:ext>
            </a:extLst>
          </p:cNvPr>
          <p:cNvSpPr/>
          <p:nvPr/>
        </p:nvSpPr>
        <p:spPr>
          <a:xfrm>
            <a:off x="8726522" y="2119597"/>
            <a:ext cx="442762" cy="442762"/>
          </a:xfrm>
          <a:prstGeom prst="roundRect">
            <a:avLst/>
          </a:pr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3ED9D770-274E-F927-4A26-35E697747B16}"/>
              </a:ext>
            </a:extLst>
          </p:cNvPr>
          <p:cNvSpPr txBox="1"/>
          <p:nvPr/>
        </p:nvSpPr>
        <p:spPr>
          <a:xfrm>
            <a:off x="8711306" y="2159865"/>
            <a:ext cx="458780" cy="338554"/>
          </a:xfrm>
          <a:prstGeom prst="rect">
            <a:avLst/>
          </a:prstGeom>
          <a:noFill/>
        </p:spPr>
        <p:txBody>
          <a:bodyPr wrap="none" rtlCol="0">
            <a:spAutoFit/>
          </a:bodyPr>
          <a:lstStyle/>
          <a:p>
            <a:pPr algn="ctr"/>
            <a:r>
              <a:rPr kumimoji="1" lang="en-US" altLang="zh-CN" sz="1600" dirty="0">
                <a:solidFill>
                  <a:schemeClr val="tx1">
                    <a:lumMod val="75000"/>
                    <a:lumOff val="25000"/>
                  </a:schemeClr>
                </a:solidFill>
                <a:latin typeface="+mn-ea"/>
              </a:rPr>
              <a:t>O1</a:t>
            </a:r>
            <a:endParaRPr kumimoji="1" lang="zh-CN" altLang="en-US" sz="1600" dirty="0">
              <a:solidFill>
                <a:schemeClr val="tx1">
                  <a:lumMod val="75000"/>
                  <a:lumOff val="25000"/>
                </a:schemeClr>
              </a:solidFill>
              <a:latin typeface="+mn-ea"/>
            </a:endParaRPr>
          </a:p>
        </p:txBody>
      </p:sp>
      <p:sp>
        <p:nvSpPr>
          <p:cNvPr id="28" name="文本框 27">
            <a:extLst>
              <a:ext uri="{FF2B5EF4-FFF2-40B4-BE49-F238E27FC236}">
                <a16:creationId xmlns:a16="http://schemas.microsoft.com/office/drawing/2014/main" id="{267115A2-E4D2-E695-7995-48A11B3E6B68}"/>
              </a:ext>
            </a:extLst>
          </p:cNvPr>
          <p:cNvSpPr txBox="1"/>
          <p:nvPr/>
        </p:nvSpPr>
        <p:spPr>
          <a:xfrm>
            <a:off x="9230982" y="2053849"/>
            <a:ext cx="2088105" cy="660950"/>
          </a:xfrm>
          <a:prstGeom prst="rect">
            <a:avLst/>
          </a:prstGeom>
          <a:noFill/>
          <a:effectLst/>
        </p:spPr>
        <p:txBody>
          <a:bodyPr wrap="square" rtlCol="0">
            <a:spAutoFit/>
          </a:bodyPr>
          <a:lstStyle/>
          <a:p>
            <a:pPr>
              <a:lnSpc>
                <a:spcPct val="130000"/>
              </a:lnSpc>
            </a:pPr>
            <a:r>
              <a:rPr lang="zh-CN" altLang="en-US" sz="1000" dirty="0">
                <a:solidFill>
                  <a:schemeClr val="bg1"/>
                </a:solidFill>
                <a:latin typeface="+mn-ea"/>
                <a:cs typeface="+mn-ea"/>
                <a:sym typeface="+mn-lt"/>
              </a:rPr>
              <a:t>点击输入简要文字解说，解说文字尽量概括精炼，不用多余的文字修饰简洁精准</a:t>
            </a:r>
            <a:endParaRPr lang="en-US" altLang="zh-CN" sz="1000" dirty="0">
              <a:solidFill>
                <a:schemeClr val="bg1"/>
              </a:solidFill>
              <a:latin typeface="+mn-ea"/>
              <a:cs typeface="+mn-ea"/>
              <a:sym typeface="+mn-lt"/>
            </a:endParaRPr>
          </a:p>
        </p:txBody>
      </p:sp>
      <p:sp>
        <p:nvSpPr>
          <p:cNvPr id="29" name="圆角矩形 28">
            <a:extLst>
              <a:ext uri="{FF2B5EF4-FFF2-40B4-BE49-F238E27FC236}">
                <a16:creationId xmlns:a16="http://schemas.microsoft.com/office/drawing/2014/main" id="{CAC1EAD3-3B13-14D0-AD38-02961E57EE64}"/>
              </a:ext>
            </a:extLst>
          </p:cNvPr>
          <p:cNvSpPr/>
          <p:nvPr/>
        </p:nvSpPr>
        <p:spPr>
          <a:xfrm>
            <a:off x="8741738" y="3131077"/>
            <a:ext cx="442762" cy="442762"/>
          </a:xfrm>
          <a:prstGeom prst="roundRect">
            <a:avLst/>
          </a:pr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文本框 29">
            <a:extLst>
              <a:ext uri="{FF2B5EF4-FFF2-40B4-BE49-F238E27FC236}">
                <a16:creationId xmlns:a16="http://schemas.microsoft.com/office/drawing/2014/main" id="{75EB516B-5A01-8BCA-928E-04EFC1E7ED07}"/>
              </a:ext>
            </a:extLst>
          </p:cNvPr>
          <p:cNvSpPr txBox="1"/>
          <p:nvPr/>
        </p:nvSpPr>
        <p:spPr>
          <a:xfrm>
            <a:off x="8726522" y="3171345"/>
            <a:ext cx="458780" cy="338554"/>
          </a:xfrm>
          <a:prstGeom prst="rect">
            <a:avLst/>
          </a:prstGeom>
          <a:noFill/>
        </p:spPr>
        <p:txBody>
          <a:bodyPr wrap="none" rtlCol="0">
            <a:spAutoFit/>
          </a:bodyPr>
          <a:lstStyle/>
          <a:p>
            <a:pPr algn="ctr"/>
            <a:r>
              <a:rPr kumimoji="1" lang="en-US" altLang="zh-CN" sz="1600" dirty="0">
                <a:solidFill>
                  <a:schemeClr val="tx1">
                    <a:lumMod val="75000"/>
                    <a:lumOff val="25000"/>
                  </a:schemeClr>
                </a:solidFill>
                <a:latin typeface="+mn-ea"/>
              </a:rPr>
              <a:t>O2</a:t>
            </a:r>
            <a:endParaRPr kumimoji="1" lang="zh-CN" altLang="en-US" sz="1600" dirty="0">
              <a:solidFill>
                <a:schemeClr val="tx1">
                  <a:lumMod val="75000"/>
                  <a:lumOff val="25000"/>
                </a:schemeClr>
              </a:solidFill>
              <a:latin typeface="+mn-ea"/>
            </a:endParaRPr>
          </a:p>
        </p:txBody>
      </p:sp>
      <p:sp>
        <p:nvSpPr>
          <p:cNvPr id="31" name="文本框 30">
            <a:extLst>
              <a:ext uri="{FF2B5EF4-FFF2-40B4-BE49-F238E27FC236}">
                <a16:creationId xmlns:a16="http://schemas.microsoft.com/office/drawing/2014/main" id="{A1346E2F-515E-E284-8A1D-41A472424891}"/>
              </a:ext>
            </a:extLst>
          </p:cNvPr>
          <p:cNvSpPr txBox="1"/>
          <p:nvPr/>
        </p:nvSpPr>
        <p:spPr>
          <a:xfrm>
            <a:off x="9246198" y="3065329"/>
            <a:ext cx="2088105" cy="660950"/>
          </a:xfrm>
          <a:prstGeom prst="rect">
            <a:avLst/>
          </a:prstGeom>
          <a:noFill/>
          <a:effectLst/>
        </p:spPr>
        <p:txBody>
          <a:bodyPr wrap="square" rtlCol="0">
            <a:spAutoFit/>
          </a:bodyPr>
          <a:lstStyle/>
          <a:p>
            <a:pPr>
              <a:lnSpc>
                <a:spcPct val="130000"/>
              </a:lnSpc>
            </a:pPr>
            <a:r>
              <a:rPr lang="zh-CN" altLang="en-US" sz="1000" dirty="0">
                <a:solidFill>
                  <a:schemeClr val="bg1"/>
                </a:solidFill>
                <a:latin typeface="+mn-ea"/>
                <a:cs typeface="+mn-ea"/>
                <a:sym typeface="+mn-lt"/>
              </a:rPr>
              <a:t>点击输入简要文字解说，解说文字尽量概括精炼，不用多余的文字修饰简洁精准</a:t>
            </a:r>
            <a:endParaRPr lang="en-US" altLang="zh-CN" sz="1000" dirty="0">
              <a:solidFill>
                <a:schemeClr val="bg1"/>
              </a:solidFill>
              <a:latin typeface="+mn-ea"/>
              <a:cs typeface="+mn-ea"/>
              <a:sym typeface="+mn-lt"/>
            </a:endParaRPr>
          </a:p>
        </p:txBody>
      </p:sp>
      <p:sp>
        <p:nvSpPr>
          <p:cNvPr id="32" name="圆角矩形 31">
            <a:extLst>
              <a:ext uri="{FF2B5EF4-FFF2-40B4-BE49-F238E27FC236}">
                <a16:creationId xmlns:a16="http://schemas.microsoft.com/office/drawing/2014/main" id="{39879264-893B-7C7F-2217-BE3C9747A003}"/>
              </a:ext>
            </a:extLst>
          </p:cNvPr>
          <p:cNvSpPr/>
          <p:nvPr/>
        </p:nvSpPr>
        <p:spPr>
          <a:xfrm>
            <a:off x="8726522" y="4137925"/>
            <a:ext cx="442762" cy="442762"/>
          </a:xfrm>
          <a:prstGeom prst="roundRect">
            <a:avLst/>
          </a:pr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a:extLst>
              <a:ext uri="{FF2B5EF4-FFF2-40B4-BE49-F238E27FC236}">
                <a16:creationId xmlns:a16="http://schemas.microsoft.com/office/drawing/2014/main" id="{7C9780E2-5945-A5DC-AFA4-2E0D50D38CA9}"/>
              </a:ext>
            </a:extLst>
          </p:cNvPr>
          <p:cNvSpPr txBox="1"/>
          <p:nvPr/>
        </p:nvSpPr>
        <p:spPr>
          <a:xfrm>
            <a:off x="8711306" y="4178193"/>
            <a:ext cx="458780" cy="338554"/>
          </a:xfrm>
          <a:prstGeom prst="rect">
            <a:avLst/>
          </a:prstGeom>
          <a:noFill/>
        </p:spPr>
        <p:txBody>
          <a:bodyPr wrap="none" rtlCol="0">
            <a:spAutoFit/>
          </a:bodyPr>
          <a:lstStyle/>
          <a:p>
            <a:pPr algn="ctr"/>
            <a:r>
              <a:rPr kumimoji="1" lang="en-US" altLang="zh-CN" sz="1600" dirty="0">
                <a:solidFill>
                  <a:schemeClr val="tx1">
                    <a:lumMod val="75000"/>
                    <a:lumOff val="25000"/>
                  </a:schemeClr>
                </a:solidFill>
                <a:latin typeface="+mn-ea"/>
              </a:rPr>
              <a:t>O3</a:t>
            </a:r>
            <a:endParaRPr kumimoji="1" lang="zh-CN" altLang="en-US" sz="1600" dirty="0">
              <a:solidFill>
                <a:schemeClr val="tx1">
                  <a:lumMod val="75000"/>
                  <a:lumOff val="25000"/>
                </a:schemeClr>
              </a:solidFill>
              <a:latin typeface="+mn-ea"/>
            </a:endParaRPr>
          </a:p>
        </p:txBody>
      </p:sp>
      <p:sp>
        <p:nvSpPr>
          <p:cNvPr id="34" name="文本框 33">
            <a:extLst>
              <a:ext uri="{FF2B5EF4-FFF2-40B4-BE49-F238E27FC236}">
                <a16:creationId xmlns:a16="http://schemas.microsoft.com/office/drawing/2014/main" id="{5E23F8A8-ED15-047B-BE2A-D5C972B9D056}"/>
              </a:ext>
            </a:extLst>
          </p:cNvPr>
          <p:cNvSpPr txBox="1"/>
          <p:nvPr/>
        </p:nvSpPr>
        <p:spPr>
          <a:xfrm>
            <a:off x="9230982" y="4072177"/>
            <a:ext cx="2088105" cy="660950"/>
          </a:xfrm>
          <a:prstGeom prst="rect">
            <a:avLst/>
          </a:prstGeom>
          <a:noFill/>
          <a:effectLst/>
        </p:spPr>
        <p:txBody>
          <a:bodyPr wrap="square" rtlCol="0">
            <a:spAutoFit/>
          </a:bodyPr>
          <a:lstStyle/>
          <a:p>
            <a:pPr>
              <a:lnSpc>
                <a:spcPct val="130000"/>
              </a:lnSpc>
            </a:pPr>
            <a:r>
              <a:rPr lang="zh-CN" altLang="en-US" sz="1000" dirty="0">
                <a:solidFill>
                  <a:schemeClr val="bg1"/>
                </a:solidFill>
                <a:latin typeface="+mn-ea"/>
                <a:cs typeface="+mn-ea"/>
                <a:sym typeface="+mn-lt"/>
              </a:rPr>
              <a:t>点击输入简要文字解说，解说文字尽量概括精炼，不用多余的文字修饰简洁精准</a:t>
            </a:r>
            <a:endParaRPr lang="en-US" altLang="zh-CN" sz="1000" dirty="0">
              <a:solidFill>
                <a:schemeClr val="bg1"/>
              </a:solidFill>
              <a:latin typeface="+mn-ea"/>
              <a:cs typeface="+mn-ea"/>
              <a:sym typeface="+mn-lt"/>
            </a:endParaRPr>
          </a:p>
        </p:txBody>
      </p:sp>
      <p:sp>
        <p:nvSpPr>
          <p:cNvPr id="35" name="圆角矩形 34">
            <a:extLst>
              <a:ext uri="{FF2B5EF4-FFF2-40B4-BE49-F238E27FC236}">
                <a16:creationId xmlns:a16="http://schemas.microsoft.com/office/drawing/2014/main" id="{7FE9AF1E-656B-017B-8A8F-07BC7FD23A5D}"/>
              </a:ext>
            </a:extLst>
          </p:cNvPr>
          <p:cNvSpPr/>
          <p:nvPr/>
        </p:nvSpPr>
        <p:spPr>
          <a:xfrm>
            <a:off x="8726522" y="5144773"/>
            <a:ext cx="442762" cy="442762"/>
          </a:xfrm>
          <a:prstGeom prst="roundRect">
            <a:avLst/>
          </a:prstGeom>
          <a:solidFill>
            <a:schemeClr val="bg1"/>
          </a:solidFill>
          <a:ln w="9525">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6" name="文本框 35">
            <a:extLst>
              <a:ext uri="{FF2B5EF4-FFF2-40B4-BE49-F238E27FC236}">
                <a16:creationId xmlns:a16="http://schemas.microsoft.com/office/drawing/2014/main" id="{3B33CF83-A243-8981-8D0F-2622FFB76F06}"/>
              </a:ext>
            </a:extLst>
          </p:cNvPr>
          <p:cNvSpPr txBox="1"/>
          <p:nvPr/>
        </p:nvSpPr>
        <p:spPr>
          <a:xfrm>
            <a:off x="8711306" y="5185041"/>
            <a:ext cx="458780" cy="338554"/>
          </a:xfrm>
          <a:prstGeom prst="rect">
            <a:avLst/>
          </a:prstGeom>
          <a:noFill/>
        </p:spPr>
        <p:txBody>
          <a:bodyPr wrap="none" rtlCol="0">
            <a:spAutoFit/>
          </a:bodyPr>
          <a:lstStyle/>
          <a:p>
            <a:pPr algn="ctr"/>
            <a:r>
              <a:rPr kumimoji="1" lang="en-US" altLang="zh-CN" sz="1600" dirty="0">
                <a:solidFill>
                  <a:schemeClr val="tx1">
                    <a:lumMod val="75000"/>
                    <a:lumOff val="25000"/>
                  </a:schemeClr>
                </a:solidFill>
                <a:latin typeface="+mn-ea"/>
              </a:rPr>
              <a:t>O4</a:t>
            </a:r>
            <a:endParaRPr kumimoji="1" lang="zh-CN" altLang="en-US" sz="1600" dirty="0">
              <a:solidFill>
                <a:schemeClr val="tx1">
                  <a:lumMod val="75000"/>
                  <a:lumOff val="25000"/>
                </a:schemeClr>
              </a:solidFill>
              <a:latin typeface="+mn-ea"/>
            </a:endParaRPr>
          </a:p>
        </p:txBody>
      </p:sp>
      <p:sp>
        <p:nvSpPr>
          <p:cNvPr id="37" name="文本框 36">
            <a:extLst>
              <a:ext uri="{FF2B5EF4-FFF2-40B4-BE49-F238E27FC236}">
                <a16:creationId xmlns:a16="http://schemas.microsoft.com/office/drawing/2014/main" id="{CBE90295-246F-47E0-159F-1CE604C76A98}"/>
              </a:ext>
            </a:extLst>
          </p:cNvPr>
          <p:cNvSpPr txBox="1"/>
          <p:nvPr/>
        </p:nvSpPr>
        <p:spPr>
          <a:xfrm>
            <a:off x="9230982" y="5079025"/>
            <a:ext cx="2088105" cy="660950"/>
          </a:xfrm>
          <a:prstGeom prst="rect">
            <a:avLst/>
          </a:prstGeom>
          <a:noFill/>
          <a:effectLst/>
        </p:spPr>
        <p:txBody>
          <a:bodyPr wrap="square" rtlCol="0">
            <a:spAutoFit/>
          </a:bodyPr>
          <a:lstStyle/>
          <a:p>
            <a:pPr>
              <a:lnSpc>
                <a:spcPct val="130000"/>
              </a:lnSpc>
            </a:pPr>
            <a:r>
              <a:rPr lang="zh-CN" altLang="en-US" sz="1000" dirty="0">
                <a:solidFill>
                  <a:schemeClr val="bg1"/>
                </a:solidFill>
                <a:latin typeface="+mn-ea"/>
                <a:cs typeface="+mn-ea"/>
                <a:sym typeface="+mn-lt"/>
              </a:rPr>
              <a:t>点击输入简要文字解说，解说文字尽量概括精炼，不用多余的文字修饰简洁精准</a:t>
            </a:r>
            <a:endParaRPr lang="en-US" altLang="zh-CN" sz="1000" dirty="0">
              <a:solidFill>
                <a:schemeClr val="bg1"/>
              </a:solidFill>
              <a:latin typeface="+mn-ea"/>
              <a:cs typeface="+mn-ea"/>
              <a:sym typeface="+mn-lt"/>
            </a:endParaRPr>
          </a:p>
        </p:txBody>
      </p:sp>
      <p:sp>
        <p:nvSpPr>
          <p:cNvPr id="38" name="文本框 37">
            <a:extLst>
              <a:ext uri="{FF2B5EF4-FFF2-40B4-BE49-F238E27FC236}">
                <a16:creationId xmlns:a16="http://schemas.microsoft.com/office/drawing/2014/main" id="{C514B1E1-FAD7-EDA9-1D8B-448539110636}"/>
              </a:ext>
            </a:extLst>
          </p:cNvPr>
          <p:cNvSpPr txBox="1"/>
          <p:nvPr/>
        </p:nvSpPr>
        <p:spPr>
          <a:xfrm>
            <a:off x="1047562" y="5354555"/>
            <a:ext cx="5260473" cy="496739"/>
          </a:xfrm>
          <a:prstGeom prst="rect">
            <a:avLst/>
          </a:prstGeom>
          <a:noFill/>
          <a:effectLst/>
        </p:spPr>
        <p:txBody>
          <a:bodyPr wrap="square" rtlCol="0">
            <a:spAutoFit/>
          </a:bodyPr>
          <a:lstStyle/>
          <a:p>
            <a:pPr algn="dist">
              <a:lnSpc>
                <a:spcPct val="130000"/>
              </a:lnSpc>
            </a:pPr>
            <a:r>
              <a:rPr lang="en-US" altLang="zh-CN" sz="2400" kern="1400" spc="100" dirty="0">
                <a:solidFill>
                  <a:schemeClr val="tx1">
                    <a:lumMod val="75000"/>
                    <a:lumOff val="25000"/>
                  </a:schemeClr>
                </a:solidFill>
                <a:latin typeface="+mj-ea"/>
                <a:ea typeface="+mj-ea"/>
                <a:sym typeface="思源黑体 CN Normal" panose="020B0400000000000000" pitchFamily="34" charset="-122"/>
              </a:rPr>
              <a:t>2O2X</a:t>
            </a:r>
            <a:r>
              <a:rPr lang="zh-CN" altLang="en-US" sz="2400" kern="1400" spc="100" dirty="0">
                <a:solidFill>
                  <a:schemeClr val="tx1">
                    <a:lumMod val="75000"/>
                    <a:lumOff val="25000"/>
                  </a:schemeClr>
                </a:solidFill>
                <a:latin typeface="+mj-ea"/>
                <a:ea typeface="+mj-ea"/>
                <a:sym typeface="思源黑体 CN Normal" panose="020B0400000000000000" pitchFamily="34" charset="-122"/>
              </a:rPr>
              <a:t> </a:t>
            </a:r>
            <a:r>
              <a:rPr lang="en-US" altLang="zh-CN" sz="2400" kern="1400" spc="100" dirty="0">
                <a:solidFill>
                  <a:schemeClr val="tx1">
                    <a:lumMod val="75000"/>
                    <a:lumOff val="25000"/>
                  </a:schemeClr>
                </a:solidFill>
                <a:latin typeface="+mj-ea"/>
                <a:ea typeface="+mj-ea"/>
                <a:sym typeface="思源黑体 CN Normal" panose="020B0400000000000000" pitchFamily="34" charset="-122"/>
              </a:rPr>
              <a:t>COMPANY</a:t>
            </a:r>
            <a:r>
              <a:rPr lang="zh-CN" altLang="en-US" sz="2400" kern="1400" spc="100" dirty="0">
                <a:solidFill>
                  <a:schemeClr val="tx1">
                    <a:lumMod val="75000"/>
                    <a:lumOff val="25000"/>
                  </a:schemeClr>
                </a:solidFill>
                <a:latin typeface="+mj-ea"/>
                <a:ea typeface="+mj-ea"/>
                <a:sym typeface="思源黑体 CN Normal" panose="020B0400000000000000" pitchFamily="34" charset="-122"/>
              </a:rPr>
              <a:t> </a:t>
            </a:r>
            <a:r>
              <a:rPr lang="en-US" altLang="zh-CN" sz="2400" kern="1400" spc="100" dirty="0">
                <a:solidFill>
                  <a:schemeClr val="tx1">
                    <a:lumMod val="75000"/>
                    <a:lumOff val="25000"/>
                  </a:schemeClr>
                </a:solidFill>
                <a:latin typeface="+mj-ea"/>
                <a:ea typeface="+mj-ea"/>
                <a:sym typeface="思源黑体 CN Normal" panose="020B0400000000000000" pitchFamily="34" charset="-122"/>
              </a:rPr>
              <a:t>WORK</a:t>
            </a:r>
            <a:r>
              <a:rPr lang="zh-CN" altLang="en-US" sz="2400" kern="1400" spc="100" dirty="0">
                <a:solidFill>
                  <a:schemeClr val="tx1">
                    <a:lumMod val="75000"/>
                    <a:lumOff val="25000"/>
                  </a:schemeClr>
                </a:solidFill>
                <a:latin typeface="+mj-ea"/>
                <a:ea typeface="+mj-ea"/>
                <a:sym typeface="思源黑体 CN Normal" panose="020B0400000000000000" pitchFamily="34" charset="-122"/>
              </a:rPr>
              <a:t> </a:t>
            </a:r>
            <a:r>
              <a:rPr lang="en-US" altLang="zh-CN" sz="2400" kern="1400" spc="100" dirty="0">
                <a:solidFill>
                  <a:schemeClr val="tx1">
                    <a:lumMod val="75000"/>
                    <a:lumOff val="25000"/>
                  </a:schemeClr>
                </a:solidFill>
                <a:latin typeface="+mj-ea"/>
                <a:ea typeface="+mj-ea"/>
                <a:sym typeface="思源黑体 CN Normal" panose="020B0400000000000000" pitchFamily="34" charset="-122"/>
              </a:rPr>
              <a:t>REPORT</a:t>
            </a:r>
          </a:p>
        </p:txBody>
      </p:sp>
    </p:spTree>
    <p:extLst>
      <p:ext uri="{BB962C8B-B14F-4D97-AF65-F5344CB8AC3E}">
        <p14:creationId xmlns:p14="http://schemas.microsoft.com/office/powerpoint/2010/main" val="181787674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blinds(horizontal)">
                                      <p:cBhvr>
                                        <p:cTn id="13" dur="500"/>
                                        <p:tgtEl>
                                          <p:spTgt spid="7"/>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blinds(horizontal)">
                                      <p:cBhvr>
                                        <p:cTn id="16" dur="500"/>
                                        <p:tgtEl>
                                          <p:spTgt spid="8"/>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linds(horizontal)">
                                      <p:cBhvr>
                                        <p:cTn id="19" dur="500"/>
                                        <p:tgtEl>
                                          <p:spTgt spid="9"/>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dissolve">
                                      <p:cBhvr>
                                        <p:cTn id="25" dur="500"/>
                                        <p:tgtEl>
                                          <p:spTgt spid="14"/>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dissolve">
                                      <p:cBhvr>
                                        <p:cTn id="28" dur="500"/>
                                        <p:tgtEl>
                                          <p:spTgt spid="15"/>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dissolve">
                                      <p:cBhvr>
                                        <p:cTn id="31" dur="500"/>
                                        <p:tgtEl>
                                          <p:spTgt spid="16"/>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8"/>
                                        </p:tgtEl>
                                        <p:attrNameLst>
                                          <p:attrName>style.visibility</p:attrName>
                                        </p:attrNameLst>
                                      </p:cBhvr>
                                      <p:to>
                                        <p:strVal val="visible"/>
                                      </p:to>
                                    </p:set>
                                    <p:animEffect transition="in" filter="dissolve">
                                      <p:cBhvr>
                                        <p:cTn id="34" dur="500"/>
                                        <p:tgtEl>
                                          <p:spTgt spid="28"/>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dissolve">
                                      <p:cBhvr>
                                        <p:cTn id="37" dur="500"/>
                                        <p:tgtEl>
                                          <p:spTgt spid="31"/>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34"/>
                                        </p:tgtEl>
                                        <p:attrNameLst>
                                          <p:attrName>style.visibility</p:attrName>
                                        </p:attrNameLst>
                                      </p:cBhvr>
                                      <p:to>
                                        <p:strVal val="visible"/>
                                      </p:to>
                                    </p:set>
                                    <p:animEffect transition="in" filter="dissolve">
                                      <p:cBhvr>
                                        <p:cTn id="40" dur="500"/>
                                        <p:tgtEl>
                                          <p:spTgt spid="34"/>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animEffect transition="in" filter="dissolve">
                                      <p:cBhvr>
                                        <p:cTn id="43"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4" grpId="0"/>
      <p:bldP spid="15" grpId="0"/>
      <p:bldP spid="16" grpId="0"/>
      <p:bldP spid="28" grpId="0"/>
      <p:bldP spid="31" grpId="0"/>
      <p:bldP spid="34" grpId="0"/>
      <p:bldP spid="3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BE767B-E8CD-B23F-CE8F-A75FD04B2BF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1FAAF55-EBCB-0C43-CFFB-083920ECE58C}"/>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问题不足分析</a:t>
            </a:r>
          </a:p>
        </p:txBody>
      </p:sp>
      <p:sp>
        <p:nvSpPr>
          <p:cNvPr id="3" name="任意形状 2">
            <a:extLst>
              <a:ext uri="{FF2B5EF4-FFF2-40B4-BE49-F238E27FC236}">
                <a16:creationId xmlns:a16="http://schemas.microsoft.com/office/drawing/2014/main" id="{5995204C-036A-35DF-7D6D-0DD8C4A04140}"/>
              </a:ext>
            </a:extLst>
          </p:cNvPr>
          <p:cNvSpPr/>
          <p:nvPr/>
        </p:nvSpPr>
        <p:spPr>
          <a:xfrm>
            <a:off x="1284973" y="2541067"/>
            <a:ext cx="2276375" cy="798898"/>
          </a:xfrm>
          <a:custGeom>
            <a:avLst/>
            <a:gdLst>
              <a:gd name="connsiteX0" fmla="*/ 399449 w 2276375"/>
              <a:gd name="connsiteY0" fmla="*/ 0 h 798898"/>
              <a:gd name="connsiteX1" fmla="*/ 399459 w 2276375"/>
              <a:gd name="connsiteY1" fmla="*/ 1 h 798898"/>
              <a:gd name="connsiteX2" fmla="*/ 2011804 w 2276375"/>
              <a:gd name="connsiteY2" fmla="*/ 1 h 798898"/>
              <a:gd name="connsiteX3" fmla="*/ 2276375 w 2276375"/>
              <a:gd name="connsiteY3" fmla="*/ 399450 h 798898"/>
              <a:gd name="connsiteX4" fmla="*/ 2011804 w 2276375"/>
              <a:gd name="connsiteY4" fmla="*/ 798898 h 798898"/>
              <a:gd name="connsiteX5" fmla="*/ 399449 w 2276375"/>
              <a:gd name="connsiteY5" fmla="*/ 798898 h 798898"/>
              <a:gd name="connsiteX6" fmla="*/ 0 w 2276375"/>
              <a:gd name="connsiteY6" fmla="*/ 399449 h 798898"/>
              <a:gd name="connsiteX7" fmla="*/ 399449 w 2276375"/>
              <a:gd name="connsiteY7" fmla="*/ 0 h 79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6375" h="798898">
                <a:moveTo>
                  <a:pt x="399449" y="0"/>
                </a:moveTo>
                <a:lnTo>
                  <a:pt x="399459" y="1"/>
                </a:lnTo>
                <a:lnTo>
                  <a:pt x="2011804" y="1"/>
                </a:lnTo>
                <a:lnTo>
                  <a:pt x="2276375" y="399450"/>
                </a:lnTo>
                <a:lnTo>
                  <a:pt x="2011804" y="798898"/>
                </a:lnTo>
                <a:lnTo>
                  <a:pt x="399449" y="798898"/>
                </a:lnTo>
                <a:cubicBezTo>
                  <a:pt x="178839" y="798898"/>
                  <a:pt x="0" y="620059"/>
                  <a:pt x="0" y="399449"/>
                </a:cubicBezTo>
                <a:cubicBezTo>
                  <a:pt x="0" y="178839"/>
                  <a:pt x="178839" y="0"/>
                  <a:pt x="399449" y="0"/>
                </a:cubicBezTo>
                <a:close/>
              </a:path>
            </a:pathLst>
          </a:cu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4" name="椭圆 3">
            <a:extLst>
              <a:ext uri="{FF2B5EF4-FFF2-40B4-BE49-F238E27FC236}">
                <a16:creationId xmlns:a16="http://schemas.microsoft.com/office/drawing/2014/main" id="{74E320A9-A08F-9917-0D0F-335AFDB6327C}"/>
              </a:ext>
            </a:extLst>
          </p:cNvPr>
          <p:cNvSpPr/>
          <p:nvPr/>
        </p:nvSpPr>
        <p:spPr>
          <a:xfrm>
            <a:off x="1342725" y="2594006"/>
            <a:ext cx="693019" cy="6930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28A6C007-DE37-8CC7-EDE9-D9498900F3B5}"/>
              </a:ext>
            </a:extLst>
          </p:cNvPr>
          <p:cNvSpPr txBox="1"/>
          <p:nvPr/>
        </p:nvSpPr>
        <p:spPr>
          <a:xfrm>
            <a:off x="2131996" y="2694293"/>
            <a:ext cx="1043876" cy="492443"/>
          </a:xfrm>
          <a:prstGeom prst="rect">
            <a:avLst/>
          </a:prstGeom>
          <a:noFill/>
        </p:spPr>
        <p:txBody>
          <a:bodyPr wrap="none" rtlCol="0">
            <a:spAutoFit/>
          </a:bodyPr>
          <a:lstStyle/>
          <a:p>
            <a:r>
              <a:rPr kumimoji="1" lang="en-US" altLang="zh-CN" sz="2600" dirty="0">
                <a:solidFill>
                  <a:schemeClr val="bg1"/>
                </a:solidFill>
                <a:latin typeface="+mj-ea"/>
                <a:ea typeface="+mj-ea"/>
              </a:rPr>
              <a:t>2O2X</a:t>
            </a:r>
            <a:endParaRPr kumimoji="1" lang="zh-CN" altLang="en-US" sz="2600" dirty="0">
              <a:solidFill>
                <a:schemeClr val="bg1"/>
              </a:solidFill>
              <a:latin typeface="+mj-ea"/>
              <a:ea typeface="+mj-ea"/>
            </a:endParaRPr>
          </a:p>
        </p:txBody>
      </p:sp>
      <p:sp>
        <p:nvSpPr>
          <p:cNvPr id="6" name="Freeform 21">
            <a:extLst>
              <a:ext uri="{FF2B5EF4-FFF2-40B4-BE49-F238E27FC236}">
                <a16:creationId xmlns:a16="http://schemas.microsoft.com/office/drawing/2014/main" id="{0A48A55F-AA69-A24F-1A30-72220CB0EC5C}"/>
              </a:ext>
            </a:extLst>
          </p:cNvPr>
          <p:cNvSpPr>
            <a:spLocks noEditPoints="1"/>
          </p:cNvSpPr>
          <p:nvPr/>
        </p:nvSpPr>
        <p:spPr bwMode="auto">
          <a:xfrm>
            <a:off x="1522799" y="2744844"/>
            <a:ext cx="321242" cy="355058"/>
          </a:xfrm>
          <a:custGeom>
            <a:avLst/>
            <a:gdLst>
              <a:gd name="T0" fmla="*/ 126 w 186"/>
              <a:gd name="T1" fmla="*/ 74 h 205"/>
              <a:gd name="T2" fmla="*/ 93 w 186"/>
              <a:gd name="T3" fmla="*/ 106 h 205"/>
              <a:gd name="T4" fmla="*/ 59 w 186"/>
              <a:gd name="T5" fmla="*/ 74 h 205"/>
              <a:gd name="T6" fmla="*/ 57 w 186"/>
              <a:gd name="T7" fmla="*/ 74 h 205"/>
              <a:gd name="T8" fmla="*/ 51 w 186"/>
              <a:gd name="T9" fmla="*/ 70 h 205"/>
              <a:gd name="T10" fmla="*/ 48 w 186"/>
              <a:gd name="T11" fmla="*/ 53 h 205"/>
              <a:gd name="T12" fmla="*/ 53 w 186"/>
              <a:gd name="T13" fmla="*/ 47 h 205"/>
              <a:gd name="T14" fmla="*/ 54 w 186"/>
              <a:gd name="T15" fmla="*/ 47 h 205"/>
              <a:gd name="T16" fmla="*/ 53 w 186"/>
              <a:gd name="T17" fmla="*/ 39 h 205"/>
              <a:gd name="T18" fmla="*/ 53 w 186"/>
              <a:gd name="T19" fmla="*/ 33 h 205"/>
              <a:gd name="T20" fmla="*/ 80 w 186"/>
              <a:gd name="T21" fmla="*/ 6 h 205"/>
              <a:gd name="T22" fmla="*/ 83 w 186"/>
              <a:gd name="T23" fmla="*/ 6 h 205"/>
              <a:gd name="T24" fmla="*/ 83 w 186"/>
              <a:gd name="T25" fmla="*/ 4 h 205"/>
              <a:gd name="T26" fmla="*/ 108 w 186"/>
              <a:gd name="T27" fmla="*/ 5 h 205"/>
              <a:gd name="T28" fmla="*/ 115 w 186"/>
              <a:gd name="T29" fmla="*/ 8 h 205"/>
              <a:gd name="T30" fmla="*/ 131 w 186"/>
              <a:gd name="T31" fmla="*/ 33 h 205"/>
              <a:gd name="T32" fmla="*/ 131 w 186"/>
              <a:gd name="T33" fmla="*/ 39 h 205"/>
              <a:gd name="T34" fmla="*/ 130 w 186"/>
              <a:gd name="T35" fmla="*/ 47 h 205"/>
              <a:gd name="T36" fmla="*/ 132 w 186"/>
              <a:gd name="T37" fmla="*/ 47 h 205"/>
              <a:gd name="T38" fmla="*/ 137 w 186"/>
              <a:gd name="T39" fmla="*/ 53 h 205"/>
              <a:gd name="T40" fmla="*/ 134 w 186"/>
              <a:gd name="T41" fmla="*/ 70 h 205"/>
              <a:gd name="T42" fmla="*/ 128 w 186"/>
              <a:gd name="T43" fmla="*/ 74 h 205"/>
              <a:gd name="T44" fmla="*/ 126 w 186"/>
              <a:gd name="T45" fmla="*/ 74 h 205"/>
              <a:gd name="T46" fmla="*/ 120 w 186"/>
              <a:gd name="T47" fmla="*/ 178 h 205"/>
              <a:gd name="T48" fmla="*/ 149 w 186"/>
              <a:gd name="T49" fmla="*/ 178 h 205"/>
              <a:gd name="T50" fmla="*/ 149 w 186"/>
              <a:gd name="T51" fmla="*/ 184 h 205"/>
              <a:gd name="T52" fmla="*/ 120 w 186"/>
              <a:gd name="T53" fmla="*/ 184 h 205"/>
              <a:gd name="T54" fmla="*/ 120 w 186"/>
              <a:gd name="T55" fmla="*/ 178 h 205"/>
              <a:gd name="T56" fmla="*/ 93 w 186"/>
              <a:gd name="T57" fmla="*/ 124 h 205"/>
              <a:gd name="T58" fmla="*/ 105 w 186"/>
              <a:gd name="T59" fmla="*/ 124 h 205"/>
              <a:gd name="T60" fmla="*/ 98 w 186"/>
              <a:gd name="T61" fmla="*/ 138 h 205"/>
              <a:gd name="T62" fmla="*/ 107 w 186"/>
              <a:gd name="T63" fmla="*/ 205 h 205"/>
              <a:gd name="T64" fmla="*/ 79 w 186"/>
              <a:gd name="T65" fmla="*/ 205 h 205"/>
              <a:gd name="T66" fmla="*/ 88 w 186"/>
              <a:gd name="T67" fmla="*/ 138 h 205"/>
              <a:gd name="T68" fmla="*/ 81 w 186"/>
              <a:gd name="T69" fmla="*/ 124 h 205"/>
              <a:gd name="T70" fmla="*/ 93 w 186"/>
              <a:gd name="T71" fmla="*/ 124 h 205"/>
              <a:gd name="T72" fmla="*/ 5 w 186"/>
              <a:gd name="T73" fmla="*/ 205 h 205"/>
              <a:gd name="T74" fmla="*/ 0 w 186"/>
              <a:gd name="T75" fmla="*/ 156 h 205"/>
              <a:gd name="T76" fmla="*/ 0 w 186"/>
              <a:gd name="T77" fmla="*/ 152 h 205"/>
              <a:gd name="T78" fmla="*/ 19 w 186"/>
              <a:gd name="T79" fmla="*/ 134 h 205"/>
              <a:gd name="T80" fmla="*/ 59 w 186"/>
              <a:gd name="T81" fmla="*/ 119 h 205"/>
              <a:gd name="T82" fmla="*/ 60 w 186"/>
              <a:gd name="T83" fmla="*/ 119 h 205"/>
              <a:gd name="T84" fmla="*/ 76 w 186"/>
              <a:gd name="T85" fmla="*/ 205 h 205"/>
              <a:gd name="T86" fmla="*/ 5 w 186"/>
              <a:gd name="T87" fmla="*/ 205 h 205"/>
              <a:gd name="T88" fmla="*/ 181 w 186"/>
              <a:gd name="T89" fmla="*/ 205 h 205"/>
              <a:gd name="T90" fmla="*/ 110 w 186"/>
              <a:gd name="T91" fmla="*/ 205 h 205"/>
              <a:gd name="T92" fmla="*/ 126 w 186"/>
              <a:gd name="T93" fmla="*/ 119 h 205"/>
              <a:gd name="T94" fmla="*/ 127 w 186"/>
              <a:gd name="T95" fmla="*/ 119 h 205"/>
              <a:gd name="T96" fmla="*/ 167 w 186"/>
              <a:gd name="T97" fmla="*/ 134 h 205"/>
              <a:gd name="T98" fmla="*/ 186 w 186"/>
              <a:gd name="T99" fmla="*/ 152 h 205"/>
              <a:gd name="T100" fmla="*/ 186 w 186"/>
              <a:gd name="T101" fmla="*/ 156 h 205"/>
              <a:gd name="T102" fmla="*/ 181 w 186"/>
              <a:gd name="T103" fmla="*/ 205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86" h="205">
                <a:moveTo>
                  <a:pt x="126" y="74"/>
                </a:moveTo>
                <a:cubicBezTo>
                  <a:pt x="121" y="92"/>
                  <a:pt x="107" y="106"/>
                  <a:pt x="93" y="106"/>
                </a:cubicBezTo>
                <a:cubicBezTo>
                  <a:pt x="79" y="106"/>
                  <a:pt x="65" y="92"/>
                  <a:pt x="59" y="74"/>
                </a:cubicBezTo>
                <a:cubicBezTo>
                  <a:pt x="57" y="74"/>
                  <a:pt x="57" y="74"/>
                  <a:pt x="57" y="74"/>
                </a:cubicBezTo>
                <a:cubicBezTo>
                  <a:pt x="54" y="74"/>
                  <a:pt x="51" y="72"/>
                  <a:pt x="51" y="70"/>
                </a:cubicBezTo>
                <a:cubicBezTo>
                  <a:pt x="48" y="53"/>
                  <a:pt x="48" y="53"/>
                  <a:pt x="48" y="53"/>
                </a:cubicBezTo>
                <a:cubicBezTo>
                  <a:pt x="48" y="50"/>
                  <a:pt x="50" y="47"/>
                  <a:pt x="53" y="47"/>
                </a:cubicBezTo>
                <a:cubicBezTo>
                  <a:pt x="54" y="47"/>
                  <a:pt x="54" y="47"/>
                  <a:pt x="54" y="47"/>
                </a:cubicBezTo>
                <a:cubicBezTo>
                  <a:pt x="54" y="44"/>
                  <a:pt x="53" y="41"/>
                  <a:pt x="53" y="39"/>
                </a:cubicBezTo>
                <a:cubicBezTo>
                  <a:pt x="53" y="33"/>
                  <a:pt x="53" y="33"/>
                  <a:pt x="53" y="33"/>
                </a:cubicBezTo>
                <a:cubicBezTo>
                  <a:pt x="53" y="18"/>
                  <a:pt x="65" y="6"/>
                  <a:pt x="80" y="6"/>
                </a:cubicBezTo>
                <a:cubicBezTo>
                  <a:pt x="83" y="6"/>
                  <a:pt x="83" y="6"/>
                  <a:pt x="83" y="6"/>
                </a:cubicBezTo>
                <a:cubicBezTo>
                  <a:pt x="83" y="5"/>
                  <a:pt x="83" y="5"/>
                  <a:pt x="83" y="4"/>
                </a:cubicBezTo>
                <a:cubicBezTo>
                  <a:pt x="85" y="0"/>
                  <a:pt x="96" y="0"/>
                  <a:pt x="108" y="5"/>
                </a:cubicBezTo>
                <a:cubicBezTo>
                  <a:pt x="110" y="6"/>
                  <a:pt x="113" y="7"/>
                  <a:pt x="115" y="8"/>
                </a:cubicBezTo>
                <a:cubicBezTo>
                  <a:pt x="125" y="12"/>
                  <a:pt x="131" y="21"/>
                  <a:pt x="131" y="33"/>
                </a:cubicBezTo>
                <a:cubicBezTo>
                  <a:pt x="131" y="39"/>
                  <a:pt x="131" y="39"/>
                  <a:pt x="131" y="39"/>
                </a:cubicBezTo>
                <a:cubicBezTo>
                  <a:pt x="131" y="41"/>
                  <a:pt x="131" y="44"/>
                  <a:pt x="130" y="47"/>
                </a:cubicBezTo>
                <a:cubicBezTo>
                  <a:pt x="132" y="47"/>
                  <a:pt x="132" y="47"/>
                  <a:pt x="132" y="47"/>
                </a:cubicBezTo>
                <a:cubicBezTo>
                  <a:pt x="135" y="47"/>
                  <a:pt x="137" y="50"/>
                  <a:pt x="137" y="53"/>
                </a:cubicBezTo>
                <a:cubicBezTo>
                  <a:pt x="134" y="70"/>
                  <a:pt x="134" y="70"/>
                  <a:pt x="134" y="70"/>
                </a:cubicBezTo>
                <a:cubicBezTo>
                  <a:pt x="134" y="72"/>
                  <a:pt x="131" y="74"/>
                  <a:pt x="128" y="74"/>
                </a:cubicBezTo>
                <a:cubicBezTo>
                  <a:pt x="126" y="74"/>
                  <a:pt x="126" y="74"/>
                  <a:pt x="126" y="74"/>
                </a:cubicBezTo>
                <a:close/>
                <a:moveTo>
                  <a:pt x="120" y="178"/>
                </a:moveTo>
                <a:cubicBezTo>
                  <a:pt x="149" y="178"/>
                  <a:pt x="149" y="178"/>
                  <a:pt x="149" y="178"/>
                </a:cubicBezTo>
                <a:cubicBezTo>
                  <a:pt x="149" y="184"/>
                  <a:pt x="149" y="184"/>
                  <a:pt x="149" y="184"/>
                </a:cubicBezTo>
                <a:cubicBezTo>
                  <a:pt x="120" y="184"/>
                  <a:pt x="120" y="184"/>
                  <a:pt x="120" y="184"/>
                </a:cubicBezTo>
                <a:cubicBezTo>
                  <a:pt x="120" y="178"/>
                  <a:pt x="120" y="178"/>
                  <a:pt x="120" y="178"/>
                </a:cubicBezTo>
                <a:close/>
                <a:moveTo>
                  <a:pt x="93" y="124"/>
                </a:moveTo>
                <a:cubicBezTo>
                  <a:pt x="105" y="124"/>
                  <a:pt x="105" y="124"/>
                  <a:pt x="105" y="124"/>
                </a:cubicBezTo>
                <a:cubicBezTo>
                  <a:pt x="98" y="138"/>
                  <a:pt x="98" y="138"/>
                  <a:pt x="98" y="138"/>
                </a:cubicBezTo>
                <a:cubicBezTo>
                  <a:pt x="107" y="205"/>
                  <a:pt x="107" y="205"/>
                  <a:pt x="107" y="205"/>
                </a:cubicBezTo>
                <a:cubicBezTo>
                  <a:pt x="79" y="205"/>
                  <a:pt x="79" y="205"/>
                  <a:pt x="79" y="205"/>
                </a:cubicBezTo>
                <a:cubicBezTo>
                  <a:pt x="88" y="138"/>
                  <a:pt x="88" y="138"/>
                  <a:pt x="88" y="138"/>
                </a:cubicBezTo>
                <a:cubicBezTo>
                  <a:pt x="81" y="124"/>
                  <a:pt x="81" y="124"/>
                  <a:pt x="81" y="124"/>
                </a:cubicBezTo>
                <a:cubicBezTo>
                  <a:pt x="93" y="124"/>
                  <a:pt x="93" y="124"/>
                  <a:pt x="93" y="124"/>
                </a:cubicBezTo>
                <a:close/>
                <a:moveTo>
                  <a:pt x="5" y="205"/>
                </a:moveTo>
                <a:cubicBezTo>
                  <a:pt x="0" y="156"/>
                  <a:pt x="0" y="156"/>
                  <a:pt x="0" y="156"/>
                </a:cubicBezTo>
                <a:cubicBezTo>
                  <a:pt x="0" y="152"/>
                  <a:pt x="0" y="152"/>
                  <a:pt x="0" y="152"/>
                </a:cubicBezTo>
                <a:cubicBezTo>
                  <a:pt x="0" y="142"/>
                  <a:pt x="11" y="136"/>
                  <a:pt x="19" y="134"/>
                </a:cubicBezTo>
                <a:cubicBezTo>
                  <a:pt x="27" y="132"/>
                  <a:pt x="50" y="126"/>
                  <a:pt x="59" y="119"/>
                </a:cubicBezTo>
                <a:cubicBezTo>
                  <a:pt x="60" y="119"/>
                  <a:pt x="60" y="119"/>
                  <a:pt x="60" y="119"/>
                </a:cubicBezTo>
                <a:cubicBezTo>
                  <a:pt x="76" y="205"/>
                  <a:pt x="76" y="205"/>
                  <a:pt x="76" y="205"/>
                </a:cubicBezTo>
                <a:cubicBezTo>
                  <a:pt x="5" y="205"/>
                  <a:pt x="5" y="205"/>
                  <a:pt x="5" y="205"/>
                </a:cubicBezTo>
                <a:close/>
                <a:moveTo>
                  <a:pt x="181" y="205"/>
                </a:moveTo>
                <a:cubicBezTo>
                  <a:pt x="110" y="205"/>
                  <a:pt x="110" y="205"/>
                  <a:pt x="110" y="205"/>
                </a:cubicBezTo>
                <a:cubicBezTo>
                  <a:pt x="126" y="119"/>
                  <a:pt x="126" y="119"/>
                  <a:pt x="126" y="119"/>
                </a:cubicBezTo>
                <a:cubicBezTo>
                  <a:pt x="127" y="119"/>
                  <a:pt x="127" y="119"/>
                  <a:pt x="127" y="119"/>
                </a:cubicBezTo>
                <a:cubicBezTo>
                  <a:pt x="136" y="126"/>
                  <a:pt x="159" y="132"/>
                  <a:pt x="167" y="134"/>
                </a:cubicBezTo>
                <a:cubicBezTo>
                  <a:pt x="175" y="136"/>
                  <a:pt x="186" y="142"/>
                  <a:pt x="186" y="152"/>
                </a:cubicBezTo>
                <a:cubicBezTo>
                  <a:pt x="186" y="156"/>
                  <a:pt x="186" y="156"/>
                  <a:pt x="186" y="156"/>
                </a:cubicBezTo>
                <a:cubicBezTo>
                  <a:pt x="181" y="205"/>
                  <a:pt x="181" y="205"/>
                  <a:pt x="181" y="205"/>
                </a:cubicBezTo>
                <a:close/>
              </a:path>
            </a:pathLst>
          </a:custGeom>
          <a:gradFill>
            <a:gsLst>
              <a:gs pos="0">
                <a:srgbClr val="0070C0"/>
              </a:gs>
              <a:gs pos="100000">
                <a:schemeClr val="accent5">
                  <a:lumMod val="75000"/>
                </a:schemeClr>
              </a:gs>
            </a:gsLst>
            <a:lin ang="189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595959"/>
              </a:solidFill>
              <a:effectLst/>
              <a:uLnTx/>
              <a:uFillTx/>
              <a:latin typeface="+mn-ea"/>
              <a:cs typeface="+mn-cs"/>
            </a:endParaRPr>
          </a:p>
        </p:txBody>
      </p:sp>
      <p:sp>
        <p:nvSpPr>
          <p:cNvPr id="7" name="任意形状 6">
            <a:extLst>
              <a:ext uri="{FF2B5EF4-FFF2-40B4-BE49-F238E27FC236}">
                <a16:creationId xmlns:a16="http://schemas.microsoft.com/office/drawing/2014/main" id="{9AA2B8D3-7832-7A02-1B47-FFE98EC6903B}"/>
              </a:ext>
            </a:extLst>
          </p:cNvPr>
          <p:cNvSpPr/>
          <p:nvPr/>
        </p:nvSpPr>
        <p:spPr>
          <a:xfrm>
            <a:off x="3811604" y="2541067"/>
            <a:ext cx="2276375" cy="798898"/>
          </a:xfrm>
          <a:custGeom>
            <a:avLst/>
            <a:gdLst>
              <a:gd name="connsiteX0" fmla="*/ 399449 w 2276375"/>
              <a:gd name="connsiteY0" fmla="*/ 0 h 798898"/>
              <a:gd name="connsiteX1" fmla="*/ 399459 w 2276375"/>
              <a:gd name="connsiteY1" fmla="*/ 1 h 798898"/>
              <a:gd name="connsiteX2" fmla="*/ 2011804 w 2276375"/>
              <a:gd name="connsiteY2" fmla="*/ 1 h 798898"/>
              <a:gd name="connsiteX3" fmla="*/ 2276375 w 2276375"/>
              <a:gd name="connsiteY3" fmla="*/ 399450 h 798898"/>
              <a:gd name="connsiteX4" fmla="*/ 2011804 w 2276375"/>
              <a:gd name="connsiteY4" fmla="*/ 798898 h 798898"/>
              <a:gd name="connsiteX5" fmla="*/ 399449 w 2276375"/>
              <a:gd name="connsiteY5" fmla="*/ 798898 h 798898"/>
              <a:gd name="connsiteX6" fmla="*/ 0 w 2276375"/>
              <a:gd name="connsiteY6" fmla="*/ 399449 h 798898"/>
              <a:gd name="connsiteX7" fmla="*/ 399449 w 2276375"/>
              <a:gd name="connsiteY7" fmla="*/ 0 h 79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6375" h="798898">
                <a:moveTo>
                  <a:pt x="399449" y="0"/>
                </a:moveTo>
                <a:lnTo>
                  <a:pt x="399459" y="1"/>
                </a:lnTo>
                <a:lnTo>
                  <a:pt x="2011804" y="1"/>
                </a:lnTo>
                <a:lnTo>
                  <a:pt x="2276375" y="399450"/>
                </a:lnTo>
                <a:lnTo>
                  <a:pt x="2011804" y="798898"/>
                </a:lnTo>
                <a:lnTo>
                  <a:pt x="399449" y="798898"/>
                </a:lnTo>
                <a:cubicBezTo>
                  <a:pt x="178839" y="798898"/>
                  <a:pt x="0" y="620059"/>
                  <a:pt x="0" y="399449"/>
                </a:cubicBezTo>
                <a:cubicBezTo>
                  <a:pt x="0" y="178839"/>
                  <a:pt x="178839" y="0"/>
                  <a:pt x="399449" y="0"/>
                </a:cubicBezTo>
                <a:close/>
              </a:path>
            </a:pathLst>
          </a:cu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8" name="椭圆 7">
            <a:extLst>
              <a:ext uri="{FF2B5EF4-FFF2-40B4-BE49-F238E27FC236}">
                <a16:creationId xmlns:a16="http://schemas.microsoft.com/office/drawing/2014/main" id="{EB354CBD-4E41-58F0-C86C-758A20539054}"/>
              </a:ext>
            </a:extLst>
          </p:cNvPr>
          <p:cNvSpPr/>
          <p:nvPr/>
        </p:nvSpPr>
        <p:spPr>
          <a:xfrm>
            <a:off x="3869356" y="2594006"/>
            <a:ext cx="693019" cy="6930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47A315EB-C46A-0841-53A7-B3A78607BAB2}"/>
              </a:ext>
            </a:extLst>
          </p:cNvPr>
          <p:cNvSpPr txBox="1"/>
          <p:nvPr/>
        </p:nvSpPr>
        <p:spPr>
          <a:xfrm>
            <a:off x="4658627" y="2694293"/>
            <a:ext cx="1032655" cy="492443"/>
          </a:xfrm>
          <a:prstGeom prst="rect">
            <a:avLst/>
          </a:prstGeom>
          <a:noFill/>
        </p:spPr>
        <p:txBody>
          <a:bodyPr wrap="none" rtlCol="0">
            <a:spAutoFit/>
          </a:bodyPr>
          <a:lstStyle/>
          <a:p>
            <a:r>
              <a:rPr kumimoji="1" lang="en-US" altLang="zh-CN" sz="2600" dirty="0">
                <a:solidFill>
                  <a:schemeClr val="bg1"/>
                </a:solidFill>
                <a:latin typeface="+mj-ea"/>
                <a:ea typeface="+mj-ea"/>
              </a:rPr>
              <a:t>2O26</a:t>
            </a:r>
            <a:endParaRPr kumimoji="1" lang="zh-CN" altLang="en-US" sz="2600" dirty="0">
              <a:solidFill>
                <a:schemeClr val="bg1"/>
              </a:solidFill>
              <a:latin typeface="+mj-ea"/>
              <a:ea typeface="+mj-ea"/>
            </a:endParaRPr>
          </a:p>
        </p:txBody>
      </p:sp>
      <p:sp>
        <p:nvSpPr>
          <p:cNvPr id="10" name="任意形状 9">
            <a:extLst>
              <a:ext uri="{FF2B5EF4-FFF2-40B4-BE49-F238E27FC236}">
                <a16:creationId xmlns:a16="http://schemas.microsoft.com/office/drawing/2014/main" id="{C5543AB8-6B7F-B01E-0513-6714FE53C7B5}"/>
              </a:ext>
            </a:extLst>
          </p:cNvPr>
          <p:cNvSpPr/>
          <p:nvPr/>
        </p:nvSpPr>
        <p:spPr>
          <a:xfrm>
            <a:off x="6338235" y="2541067"/>
            <a:ext cx="2276375" cy="798898"/>
          </a:xfrm>
          <a:custGeom>
            <a:avLst/>
            <a:gdLst>
              <a:gd name="connsiteX0" fmla="*/ 399449 w 2276375"/>
              <a:gd name="connsiteY0" fmla="*/ 0 h 798898"/>
              <a:gd name="connsiteX1" fmla="*/ 399459 w 2276375"/>
              <a:gd name="connsiteY1" fmla="*/ 1 h 798898"/>
              <a:gd name="connsiteX2" fmla="*/ 2011804 w 2276375"/>
              <a:gd name="connsiteY2" fmla="*/ 1 h 798898"/>
              <a:gd name="connsiteX3" fmla="*/ 2276375 w 2276375"/>
              <a:gd name="connsiteY3" fmla="*/ 399450 h 798898"/>
              <a:gd name="connsiteX4" fmla="*/ 2011804 w 2276375"/>
              <a:gd name="connsiteY4" fmla="*/ 798898 h 798898"/>
              <a:gd name="connsiteX5" fmla="*/ 399449 w 2276375"/>
              <a:gd name="connsiteY5" fmla="*/ 798898 h 798898"/>
              <a:gd name="connsiteX6" fmla="*/ 0 w 2276375"/>
              <a:gd name="connsiteY6" fmla="*/ 399449 h 798898"/>
              <a:gd name="connsiteX7" fmla="*/ 399449 w 2276375"/>
              <a:gd name="connsiteY7" fmla="*/ 0 h 79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6375" h="798898">
                <a:moveTo>
                  <a:pt x="399449" y="0"/>
                </a:moveTo>
                <a:lnTo>
                  <a:pt x="399459" y="1"/>
                </a:lnTo>
                <a:lnTo>
                  <a:pt x="2011804" y="1"/>
                </a:lnTo>
                <a:lnTo>
                  <a:pt x="2276375" y="399450"/>
                </a:lnTo>
                <a:lnTo>
                  <a:pt x="2011804" y="798898"/>
                </a:lnTo>
                <a:lnTo>
                  <a:pt x="399449" y="798898"/>
                </a:lnTo>
                <a:cubicBezTo>
                  <a:pt x="178839" y="798898"/>
                  <a:pt x="0" y="620059"/>
                  <a:pt x="0" y="399449"/>
                </a:cubicBezTo>
                <a:cubicBezTo>
                  <a:pt x="0" y="178839"/>
                  <a:pt x="178839" y="0"/>
                  <a:pt x="399449" y="0"/>
                </a:cubicBezTo>
                <a:close/>
              </a:path>
            </a:pathLst>
          </a:cu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1" name="椭圆 10">
            <a:extLst>
              <a:ext uri="{FF2B5EF4-FFF2-40B4-BE49-F238E27FC236}">
                <a16:creationId xmlns:a16="http://schemas.microsoft.com/office/drawing/2014/main" id="{10959B79-8590-3677-2B1C-E0CD6CDEF48D}"/>
              </a:ext>
            </a:extLst>
          </p:cNvPr>
          <p:cNvSpPr/>
          <p:nvPr/>
        </p:nvSpPr>
        <p:spPr>
          <a:xfrm>
            <a:off x="6395987" y="2594006"/>
            <a:ext cx="693019" cy="6930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A9D5C606-3DE8-3E7B-88DD-4DB4CA5F2625}"/>
              </a:ext>
            </a:extLst>
          </p:cNvPr>
          <p:cNvSpPr txBox="1"/>
          <p:nvPr/>
        </p:nvSpPr>
        <p:spPr>
          <a:xfrm>
            <a:off x="7185258" y="2694293"/>
            <a:ext cx="1032655" cy="492443"/>
          </a:xfrm>
          <a:prstGeom prst="rect">
            <a:avLst/>
          </a:prstGeom>
          <a:noFill/>
        </p:spPr>
        <p:txBody>
          <a:bodyPr wrap="none" rtlCol="0">
            <a:spAutoFit/>
          </a:bodyPr>
          <a:lstStyle/>
          <a:p>
            <a:r>
              <a:rPr kumimoji="1" lang="en-US" altLang="zh-CN" sz="2600" dirty="0">
                <a:solidFill>
                  <a:schemeClr val="bg1"/>
                </a:solidFill>
                <a:latin typeface="+mj-ea"/>
                <a:ea typeface="+mj-ea"/>
              </a:rPr>
              <a:t>2O27</a:t>
            </a:r>
            <a:endParaRPr kumimoji="1" lang="zh-CN" altLang="en-US" sz="2600" dirty="0">
              <a:solidFill>
                <a:schemeClr val="bg1"/>
              </a:solidFill>
              <a:latin typeface="+mj-ea"/>
              <a:ea typeface="+mj-ea"/>
            </a:endParaRPr>
          </a:p>
        </p:txBody>
      </p:sp>
      <p:sp>
        <p:nvSpPr>
          <p:cNvPr id="13" name="任意形状 12">
            <a:extLst>
              <a:ext uri="{FF2B5EF4-FFF2-40B4-BE49-F238E27FC236}">
                <a16:creationId xmlns:a16="http://schemas.microsoft.com/office/drawing/2014/main" id="{720ABCE9-EF6B-08E8-52A1-27068699BA70}"/>
              </a:ext>
            </a:extLst>
          </p:cNvPr>
          <p:cNvSpPr/>
          <p:nvPr/>
        </p:nvSpPr>
        <p:spPr>
          <a:xfrm>
            <a:off x="8864866" y="2541067"/>
            <a:ext cx="2276375" cy="798898"/>
          </a:xfrm>
          <a:custGeom>
            <a:avLst/>
            <a:gdLst>
              <a:gd name="connsiteX0" fmla="*/ 399449 w 2276375"/>
              <a:gd name="connsiteY0" fmla="*/ 0 h 798898"/>
              <a:gd name="connsiteX1" fmla="*/ 399459 w 2276375"/>
              <a:gd name="connsiteY1" fmla="*/ 1 h 798898"/>
              <a:gd name="connsiteX2" fmla="*/ 2011804 w 2276375"/>
              <a:gd name="connsiteY2" fmla="*/ 1 h 798898"/>
              <a:gd name="connsiteX3" fmla="*/ 2276375 w 2276375"/>
              <a:gd name="connsiteY3" fmla="*/ 399450 h 798898"/>
              <a:gd name="connsiteX4" fmla="*/ 2011804 w 2276375"/>
              <a:gd name="connsiteY4" fmla="*/ 798898 h 798898"/>
              <a:gd name="connsiteX5" fmla="*/ 399449 w 2276375"/>
              <a:gd name="connsiteY5" fmla="*/ 798898 h 798898"/>
              <a:gd name="connsiteX6" fmla="*/ 0 w 2276375"/>
              <a:gd name="connsiteY6" fmla="*/ 399449 h 798898"/>
              <a:gd name="connsiteX7" fmla="*/ 399449 w 2276375"/>
              <a:gd name="connsiteY7" fmla="*/ 0 h 798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6375" h="798898">
                <a:moveTo>
                  <a:pt x="399449" y="0"/>
                </a:moveTo>
                <a:lnTo>
                  <a:pt x="399459" y="1"/>
                </a:lnTo>
                <a:lnTo>
                  <a:pt x="2011804" y="1"/>
                </a:lnTo>
                <a:lnTo>
                  <a:pt x="2276375" y="399450"/>
                </a:lnTo>
                <a:lnTo>
                  <a:pt x="2011804" y="798898"/>
                </a:lnTo>
                <a:lnTo>
                  <a:pt x="399449" y="798898"/>
                </a:lnTo>
                <a:cubicBezTo>
                  <a:pt x="178839" y="798898"/>
                  <a:pt x="0" y="620059"/>
                  <a:pt x="0" y="399449"/>
                </a:cubicBezTo>
                <a:cubicBezTo>
                  <a:pt x="0" y="178839"/>
                  <a:pt x="178839" y="0"/>
                  <a:pt x="399449" y="0"/>
                </a:cubicBezTo>
                <a:close/>
              </a:path>
            </a:pathLst>
          </a:cu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4" name="椭圆 13">
            <a:extLst>
              <a:ext uri="{FF2B5EF4-FFF2-40B4-BE49-F238E27FC236}">
                <a16:creationId xmlns:a16="http://schemas.microsoft.com/office/drawing/2014/main" id="{C5299E83-D04F-D101-4A67-D9BD275A67AA}"/>
              </a:ext>
            </a:extLst>
          </p:cNvPr>
          <p:cNvSpPr/>
          <p:nvPr/>
        </p:nvSpPr>
        <p:spPr>
          <a:xfrm>
            <a:off x="8922618" y="2594006"/>
            <a:ext cx="693019" cy="69301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a:extLst>
              <a:ext uri="{FF2B5EF4-FFF2-40B4-BE49-F238E27FC236}">
                <a16:creationId xmlns:a16="http://schemas.microsoft.com/office/drawing/2014/main" id="{89560B06-21CB-D4CE-6D91-7F58A61337A1}"/>
              </a:ext>
            </a:extLst>
          </p:cNvPr>
          <p:cNvSpPr txBox="1"/>
          <p:nvPr/>
        </p:nvSpPr>
        <p:spPr>
          <a:xfrm>
            <a:off x="9711889" y="2694293"/>
            <a:ext cx="1032655" cy="492443"/>
          </a:xfrm>
          <a:prstGeom prst="rect">
            <a:avLst/>
          </a:prstGeom>
          <a:noFill/>
        </p:spPr>
        <p:txBody>
          <a:bodyPr wrap="none" rtlCol="0">
            <a:spAutoFit/>
          </a:bodyPr>
          <a:lstStyle/>
          <a:p>
            <a:r>
              <a:rPr kumimoji="1" lang="en-US" altLang="zh-CN" sz="2600" dirty="0">
                <a:solidFill>
                  <a:schemeClr val="bg1"/>
                </a:solidFill>
                <a:latin typeface="+mj-ea"/>
                <a:ea typeface="+mj-ea"/>
              </a:rPr>
              <a:t>2O28</a:t>
            </a:r>
            <a:endParaRPr kumimoji="1" lang="zh-CN" altLang="en-US" sz="2600" dirty="0">
              <a:solidFill>
                <a:schemeClr val="bg1"/>
              </a:solidFill>
              <a:latin typeface="+mj-ea"/>
              <a:ea typeface="+mj-ea"/>
            </a:endParaRPr>
          </a:p>
        </p:txBody>
      </p:sp>
      <p:grpSp>
        <p:nvGrpSpPr>
          <p:cNvPr id="16" name="组合 15">
            <a:extLst>
              <a:ext uri="{FF2B5EF4-FFF2-40B4-BE49-F238E27FC236}">
                <a16:creationId xmlns:a16="http://schemas.microsoft.com/office/drawing/2014/main" id="{5C75F240-DC00-D944-36D9-C7F090DAC64E}"/>
              </a:ext>
            </a:extLst>
          </p:cNvPr>
          <p:cNvGrpSpPr/>
          <p:nvPr/>
        </p:nvGrpSpPr>
        <p:grpSpPr>
          <a:xfrm>
            <a:off x="4079051" y="2780458"/>
            <a:ext cx="288007" cy="329069"/>
            <a:chOff x="7600567" y="5737294"/>
            <a:chExt cx="320373" cy="366050"/>
          </a:xfrm>
          <a:gradFill>
            <a:gsLst>
              <a:gs pos="0">
                <a:srgbClr val="0070C0"/>
              </a:gs>
              <a:gs pos="100000">
                <a:schemeClr val="accent5">
                  <a:lumMod val="75000"/>
                </a:schemeClr>
              </a:gs>
            </a:gsLst>
            <a:lin ang="18900000" scaled="1"/>
          </a:gradFill>
        </p:grpSpPr>
        <p:sp>
          <p:nvSpPr>
            <p:cNvPr id="17" name="AutoShape 48">
              <a:extLst>
                <a:ext uri="{FF2B5EF4-FFF2-40B4-BE49-F238E27FC236}">
                  <a16:creationId xmlns:a16="http://schemas.microsoft.com/office/drawing/2014/main" id="{6728BE41-6075-4BF1-E4D8-7BBAE64F7E6F}"/>
                </a:ext>
              </a:extLst>
            </p:cNvPr>
            <p:cNvSpPr>
              <a:spLocks/>
            </p:cNvSpPr>
            <p:nvPr/>
          </p:nvSpPr>
          <p:spPr bwMode="auto">
            <a:xfrm>
              <a:off x="7600567" y="5737294"/>
              <a:ext cx="320373" cy="3660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7425"/>
                  </a:moveTo>
                  <a:cubicBezTo>
                    <a:pt x="5687" y="7425"/>
                    <a:pt x="1542" y="6064"/>
                    <a:pt x="1542" y="4387"/>
                  </a:cubicBezTo>
                  <a:cubicBezTo>
                    <a:pt x="1542" y="2709"/>
                    <a:pt x="5687" y="1350"/>
                    <a:pt x="10800" y="1350"/>
                  </a:cubicBezTo>
                  <a:cubicBezTo>
                    <a:pt x="15912" y="1350"/>
                    <a:pt x="20057" y="2709"/>
                    <a:pt x="20057" y="4387"/>
                  </a:cubicBezTo>
                  <a:cubicBezTo>
                    <a:pt x="20057" y="6064"/>
                    <a:pt x="15912" y="7425"/>
                    <a:pt x="10800" y="7425"/>
                  </a:cubicBezTo>
                  <a:moveTo>
                    <a:pt x="20057" y="9112"/>
                  </a:moveTo>
                  <a:lnTo>
                    <a:pt x="20054" y="9112"/>
                  </a:lnTo>
                  <a:cubicBezTo>
                    <a:pt x="20054" y="9119"/>
                    <a:pt x="20057" y="9127"/>
                    <a:pt x="20057" y="9133"/>
                  </a:cubicBezTo>
                  <a:cubicBezTo>
                    <a:pt x="20057" y="10800"/>
                    <a:pt x="15912" y="12150"/>
                    <a:pt x="10800" y="12150"/>
                  </a:cubicBezTo>
                  <a:cubicBezTo>
                    <a:pt x="5687" y="12150"/>
                    <a:pt x="1542" y="10800"/>
                    <a:pt x="1542" y="9133"/>
                  </a:cubicBezTo>
                  <a:cubicBezTo>
                    <a:pt x="1542" y="9127"/>
                    <a:pt x="1545" y="9119"/>
                    <a:pt x="1545" y="9112"/>
                  </a:cubicBezTo>
                  <a:lnTo>
                    <a:pt x="1542" y="9112"/>
                  </a:lnTo>
                  <a:lnTo>
                    <a:pt x="1542" y="6793"/>
                  </a:lnTo>
                  <a:cubicBezTo>
                    <a:pt x="3564" y="8140"/>
                    <a:pt x="7271" y="8774"/>
                    <a:pt x="10800" y="8774"/>
                  </a:cubicBezTo>
                  <a:cubicBezTo>
                    <a:pt x="14328" y="8774"/>
                    <a:pt x="18035" y="8140"/>
                    <a:pt x="20057" y="6793"/>
                  </a:cubicBezTo>
                  <a:cubicBezTo>
                    <a:pt x="20057" y="6793"/>
                    <a:pt x="20057" y="9112"/>
                    <a:pt x="20057" y="9112"/>
                  </a:cubicBezTo>
                  <a:close/>
                  <a:moveTo>
                    <a:pt x="20057" y="13162"/>
                  </a:moveTo>
                  <a:lnTo>
                    <a:pt x="20054" y="13162"/>
                  </a:lnTo>
                  <a:cubicBezTo>
                    <a:pt x="20054" y="13169"/>
                    <a:pt x="20057" y="13177"/>
                    <a:pt x="20057" y="13183"/>
                  </a:cubicBezTo>
                  <a:cubicBezTo>
                    <a:pt x="20057" y="14850"/>
                    <a:pt x="15912" y="16200"/>
                    <a:pt x="10800" y="16200"/>
                  </a:cubicBezTo>
                  <a:cubicBezTo>
                    <a:pt x="5687" y="16200"/>
                    <a:pt x="1542" y="14850"/>
                    <a:pt x="1542" y="13183"/>
                  </a:cubicBezTo>
                  <a:cubicBezTo>
                    <a:pt x="1542" y="13177"/>
                    <a:pt x="1545" y="13169"/>
                    <a:pt x="1545" y="13162"/>
                  </a:cubicBezTo>
                  <a:lnTo>
                    <a:pt x="1542" y="13162"/>
                  </a:lnTo>
                  <a:lnTo>
                    <a:pt x="1542" y="10640"/>
                  </a:lnTo>
                  <a:cubicBezTo>
                    <a:pt x="3136" y="12077"/>
                    <a:pt x="6982" y="12825"/>
                    <a:pt x="10800" y="12825"/>
                  </a:cubicBezTo>
                  <a:cubicBezTo>
                    <a:pt x="14617" y="12825"/>
                    <a:pt x="18463" y="12077"/>
                    <a:pt x="20057" y="10640"/>
                  </a:cubicBezTo>
                  <a:cubicBezTo>
                    <a:pt x="20057" y="10640"/>
                    <a:pt x="20057" y="13162"/>
                    <a:pt x="20057" y="13162"/>
                  </a:cubicBezTo>
                  <a:close/>
                  <a:moveTo>
                    <a:pt x="20057" y="17212"/>
                  </a:moveTo>
                  <a:cubicBezTo>
                    <a:pt x="20057" y="18889"/>
                    <a:pt x="15912" y="20249"/>
                    <a:pt x="10800" y="20249"/>
                  </a:cubicBezTo>
                  <a:cubicBezTo>
                    <a:pt x="5687" y="20249"/>
                    <a:pt x="1542" y="18889"/>
                    <a:pt x="1542" y="17212"/>
                  </a:cubicBezTo>
                  <a:lnTo>
                    <a:pt x="1542" y="14690"/>
                  </a:lnTo>
                  <a:cubicBezTo>
                    <a:pt x="3136" y="16127"/>
                    <a:pt x="6982" y="16875"/>
                    <a:pt x="10800" y="16875"/>
                  </a:cubicBezTo>
                  <a:cubicBezTo>
                    <a:pt x="14617" y="16875"/>
                    <a:pt x="18463" y="16127"/>
                    <a:pt x="20057" y="14690"/>
                  </a:cubicBezTo>
                  <a:cubicBezTo>
                    <a:pt x="20057" y="14690"/>
                    <a:pt x="20057" y="17212"/>
                    <a:pt x="20057" y="17212"/>
                  </a:cubicBezTo>
                  <a:close/>
                  <a:moveTo>
                    <a:pt x="10800" y="0"/>
                  </a:moveTo>
                  <a:cubicBezTo>
                    <a:pt x="5598" y="0"/>
                    <a:pt x="0" y="1372"/>
                    <a:pt x="0" y="4387"/>
                  </a:cubicBezTo>
                  <a:lnTo>
                    <a:pt x="0" y="17212"/>
                  </a:lnTo>
                  <a:cubicBezTo>
                    <a:pt x="0" y="20226"/>
                    <a:pt x="5598" y="21599"/>
                    <a:pt x="10800" y="21599"/>
                  </a:cubicBezTo>
                  <a:cubicBezTo>
                    <a:pt x="16001" y="21599"/>
                    <a:pt x="21599" y="20226"/>
                    <a:pt x="21599" y="17212"/>
                  </a:cubicBezTo>
                  <a:lnTo>
                    <a:pt x="21599" y="4387"/>
                  </a:lnTo>
                  <a:cubicBezTo>
                    <a:pt x="21599" y="1372"/>
                    <a:pt x="16001" y="0"/>
                    <a:pt x="10800" y="0"/>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18" name="AutoShape 49">
              <a:extLst>
                <a:ext uri="{FF2B5EF4-FFF2-40B4-BE49-F238E27FC236}">
                  <a16:creationId xmlns:a16="http://schemas.microsoft.com/office/drawing/2014/main" id="{36A5F6FF-9AD6-826A-339C-5FB26F474BF8}"/>
                </a:ext>
              </a:extLst>
            </p:cNvPr>
            <p:cNvSpPr>
              <a:spLocks/>
            </p:cNvSpPr>
            <p:nvPr/>
          </p:nvSpPr>
          <p:spPr bwMode="auto">
            <a:xfrm>
              <a:off x="7852107" y="6023253"/>
              <a:ext cx="23152" cy="22526"/>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19" name="AutoShape 50">
              <a:extLst>
                <a:ext uri="{FF2B5EF4-FFF2-40B4-BE49-F238E27FC236}">
                  <a16:creationId xmlns:a16="http://schemas.microsoft.com/office/drawing/2014/main" id="{A6DF5ECD-5638-DC6C-9369-7189375A18D1}"/>
                </a:ext>
              </a:extLst>
            </p:cNvPr>
            <p:cNvSpPr>
              <a:spLocks/>
            </p:cNvSpPr>
            <p:nvPr/>
          </p:nvSpPr>
          <p:spPr bwMode="auto">
            <a:xfrm>
              <a:off x="7852107" y="5954421"/>
              <a:ext cx="23152" cy="231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20" name="AutoShape 51">
              <a:extLst>
                <a:ext uri="{FF2B5EF4-FFF2-40B4-BE49-F238E27FC236}">
                  <a16:creationId xmlns:a16="http://schemas.microsoft.com/office/drawing/2014/main" id="{7C0BFFE7-C563-A430-1A60-BDDE2C4F3F23}"/>
                </a:ext>
              </a:extLst>
            </p:cNvPr>
            <p:cNvSpPr>
              <a:spLocks/>
            </p:cNvSpPr>
            <p:nvPr/>
          </p:nvSpPr>
          <p:spPr bwMode="auto">
            <a:xfrm>
              <a:off x="7852107" y="5885591"/>
              <a:ext cx="23152" cy="2315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0800" y="21599"/>
                  </a:moveTo>
                  <a:cubicBezTo>
                    <a:pt x="16769" y="21599"/>
                    <a:pt x="21600" y="16769"/>
                    <a:pt x="21600" y="10800"/>
                  </a:cubicBezTo>
                  <a:cubicBezTo>
                    <a:pt x="21600" y="4830"/>
                    <a:pt x="16769" y="0"/>
                    <a:pt x="10800" y="0"/>
                  </a:cubicBezTo>
                  <a:cubicBezTo>
                    <a:pt x="4830" y="0"/>
                    <a:pt x="0" y="4830"/>
                    <a:pt x="0" y="10800"/>
                  </a:cubicBezTo>
                  <a:cubicBezTo>
                    <a:pt x="0" y="16769"/>
                    <a:pt x="4830" y="21599"/>
                    <a:pt x="10800" y="21599"/>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grpSp>
      <p:grpSp>
        <p:nvGrpSpPr>
          <p:cNvPr id="21" name="组合 20">
            <a:extLst>
              <a:ext uri="{FF2B5EF4-FFF2-40B4-BE49-F238E27FC236}">
                <a16:creationId xmlns:a16="http://schemas.microsoft.com/office/drawing/2014/main" id="{AA516767-DE42-8079-CCD9-D349FE6C9F4E}"/>
              </a:ext>
            </a:extLst>
          </p:cNvPr>
          <p:cNvGrpSpPr/>
          <p:nvPr/>
        </p:nvGrpSpPr>
        <p:grpSpPr>
          <a:xfrm>
            <a:off x="6599040" y="2801537"/>
            <a:ext cx="286911" cy="286910"/>
            <a:chOff x="4927276" y="5204159"/>
            <a:chExt cx="366051" cy="366050"/>
          </a:xfrm>
          <a:gradFill>
            <a:gsLst>
              <a:gs pos="0">
                <a:srgbClr val="0070C0"/>
              </a:gs>
              <a:gs pos="100000">
                <a:schemeClr val="accent5">
                  <a:lumMod val="75000"/>
                </a:schemeClr>
              </a:gs>
            </a:gsLst>
            <a:lin ang="18900000" scaled="1"/>
          </a:gradFill>
        </p:grpSpPr>
        <p:sp>
          <p:nvSpPr>
            <p:cNvPr id="22" name="AutoShape 56">
              <a:extLst>
                <a:ext uri="{FF2B5EF4-FFF2-40B4-BE49-F238E27FC236}">
                  <a16:creationId xmlns:a16="http://schemas.microsoft.com/office/drawing/2014/main" id="{F711C947-CB57-C9EF-FA46-9AC3D3EC40BF}"/>
                </a:ext>
              </a:extLst>
            </p:cNvPr>
            <p:cNvSpPr>
              <a:spLocks/>
            </p:cNvSpPr>
            <p:nvPr/>
          </p:nvSpPr>
          <p:spPr bwMode="auto">
            <a:xfrm>
              <a:off x="4927276" y="5204159"/>
              <a:ext cx="114508" cy="3660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23" name="AutoShape 57">
              <a:extLst>
                <a:ext uri="{FF2B5EF4-FFF2-40B4-BE49-F238E27FC236}">
                  <a16:creationId xmlns:a16="http://schemas.microsoft.com/office/drawing/2014/main" id="{BD87CDCE-993D-15F2-CC3F-B26DCC4DBB77}"/>
                </a:ext>
              </a:extLst>
            </p:cNvPr>
            <p:cNvSpPr>
              <a:spLocks/>
            </p:cNvSpPr>
            <p:nvPr/>
          </p:nvSpPr>
          <p:spPr bwMode="auto">
            <a:xfrm>
              <a:off x="5178819" y="5204159"/>
              <a:ext cx="114508" cy="3660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7316"/>
                  </a:moveTo>
                  <a:cubicBezTo>
                    <a:pt x="16954" y="7352"/>
                    <a:pt x="16923" y="7387"/>
                    <a:pt x="16883" y="7423"/>
                  </a:cubicBezTo>
                  <a:cubicBezTo>
                    <a:pt x="16677" y="7601"/>
                    <a:pt x="16414" y="7770"/>
                    <a:pt x="16066" y="7920"/>
                  </a:cubicBezTo>
                  <a:cubicBezTo>
                    <a:pt x="16057" y="7924"/>
                    <a:pt x="16044" y="7927"/>
                    <a:pt x="16038" y="7931"/>
                  </a:cubicBezTo>
                  <a:cubicBezTo>
                    <a:pt x="15662" y="8092"/>
                    <a:pt x="15214" y="8234"/>
                    <a:pt x="14705" y="8354"/>
                  </a:cubicBezTo>
                  <a:cubicBezTo>
                    <a:pt x="14697" y="8357"/>
                    <a:pt x="14692" y="8358"/>
                    <a:pt x="14686" y="8359"/>
                  </a:cubicBezTo>
                  <a:cubicBezTo>
                    <a:pt x="14163" y="8482"/>
                    <a:pt x="13584" y="8581"/>
                    <a:pt x="12960" y="8649"/>
                  </a:cubicBezTo>
                  <a:cubicBezTo>
                    <a:pt x="12279" y="8726"/>
                    <a:pt x="11560" y="8774"/>
                    <a:pt x="10800" y="8774"/>
                  </a:cubicBezTo>
                  <a:cubicBezTo>
                    <a:pt x="10037" y="8774"/>
                    <a:pt x="9318" y="8726"/>
                    <a:pt x="8640" y="8649"/>
                  </a:cubicBezTo>
                  <a:cubicBezTo>
                    <a:pt x="8016" y="8581"/>
                    <a:pt x="7435" y="8482"/>
                    <a:pt x="6914" y="8359"/>
                  </a:cubicBezTo>
                  <a:cubicBezTo>
                    <a:pt x="6908" y="8358"/>
                    <a:pt x="6901" y="8357"/>
                    <a:pt x="6893" y="8354"/>
                  </a:cubicBezTo>
                  <a:cubicBezTo>
                    <a:pt x="6385" y="8234"/>
                    <a:pt x="5937" y="8092"/>
                    <a:pt x="5562" y="7931"/>
                  </a:cubicBezTo>
                  <a:cubicBezTo>
                    <a:pt x="5553" y="7927"/>
                    <a:pt x="5541" y="7924"/>
                    <a:pt x="5531" y="7920"/>
                  </a:cubicBezTo>
                  <a:cubicBezTo>
                    <a:pt x="5184" y="7770"/>
                    <a:pt x="4921" y="7601"/>
                    <a:pt x="4715" y="7423"/>
                  </a:cubicBezTo>
                  <a:cubicBezTo>
                    <a:pt x="4676" y="7387"/>
                    <a:pt x="4644" y="7352"/>
                    <a:pt x="4612" y="7316"/>
                  </a:cubicBezTo>
                  <a:cubicBezTo>
                    <a:pt x="4437" y="7136"/>
                    <a:pt x="4320" y="6947"/>
                    <a:pt x="4320" y="6750"/>
                  </a:cubicBezTo>
                  <a:cubicBezTo>
                    <a:pt x="4320" y="6550"/>
                    <a:pt x="4437" y="6362"/>
                    <a:pt x="4612" y="6181"/>
                  </a:cubicBezTo>
                  <a:cubicBezTo>
                    <a:pt x="4644" y="6146"/>
                    <a:pt x="4676" y="6110"/>
                    <a:pt x="4715" y="6076"/>
                  </a:cubicBezTo>
                  <a:cubicBezTo>
                    <a:pt x="4921" y="5898"/>
                    <a:pt x="5184" y="5729"/>
                    <a:pt x="5531" y="5577"/>
                  </a:cubicBezTo>
                  <a:cubicBezTo>
                    <a:pt x="5541" y="5574"/>
                    <a:pt x="5553" y="5571"/>
                    <a:pt x="5562" y="5567"/>
                  </a:cubicBezTo>
                  <a:cubicBezTo>
                    <a:pt x="5937" y="5407"/>
                    <a:pt x="6385" y="5264"/>
                    <a:pt x="6893" y="5144"/>
                  </a:cubicBezTo>
                  <a:cubicBezTo>
                    <a:pt x="6901" y="5142"/>
                    <a:pt x="6908" y="5140"/>
                    <a:pt x="6914" y="5138"/>
                  </a:cubicBezTo>
                  <a:cubicBezTo>
                    <a:pt x="7435" y="5017"/>
                    <a:pt x="8016" y="4918"/>
                    <a:pt x="8640" y="4848"/>
                  </a:cubicBezTo>
                  <a:cubicBezTo>
                    <a:pt x="9318" y="4773"/>
                    <a:pt x="10037" y="4725"/>
                    <a:pt x="10800" y="4725"/>
                  </a:cubicBezTo>
                  <a:cubicBezTo>
                    <a:pt x="11560" y="4725"/>
                    <a:pt x="12279" y="4773"/>
                    <a:pt x="12960" y="4848"/>
                  </a:cubicBezTo>
                  <a:cubicBezTo>
                    <a:pt x="13584" y="4918"/>
                    <a:pt x="14163" y="5017"/>
                    <a:pt x="14686" y="5138"/>
                  </a:cubicBezTo>
                  <a:cubicBezTo>
                    <a:pt x="14692" y="5140"/>
                    <a:pt x="14697" y="5142"/>
                    <a:pt x="14705" y="5144"/>
                  </a:cubicBezTo>
                  <a:cubicBezTo>
                    <a:pt x="15214" y="5264"/>
                    <a:pt x="15662" y="5407"/>
                    <a:pt x="16038" y="5567"/>
                  </a:cubicBezTo>
                  <a:cubicBezTo>
                    <a:pt x="16044" y="5571"/>
                    <a:pt x="16057" y="5574"/>
                    <a:pt x="16066" y="5577"/>
                  </a:cubicBezTo>
                  <a:cubicBezTo>
                    <a:pt x="16414" y="5729"/>
                    <a:pt x="16677" y="5898"/>
                    <a:pt x="16883" y="6076"/>
                  </a:cubicBezTo>
                  <a:cubicBezTo>
                    <a:pt x="16923" y="6110"/>
                    <a:pt x="16954" y="6146"/>
                    <a:pt x="16988" y="6181"/>
                  </a:cubicBezTo>
                  <a:cubicBezTo>
                    <a:pt x="17161" y="6362"/>
                    <a:pt x="17280" y="6550"/>
                    <a:pt x="17280" y="6750"/>
                  </a:cubicBezTo>
                  <a:cubicBezTo>
                    <a:pt x="17280" y="6947"/>
                    <a:pt x="17161" y="7136"/>
                    <a:pt x="16988" y="7316"/>
                  </a:cubicBezTo>
                  <a:moveTo>
                    <a:pt x="12960" y="19575"/>
                  </a:moveTo>
                  <a:cubicBezTo>
                    <a:pt x="12960" y="19948"/>
                    <a:pt x="11992" y="20249"/>
                    <a:pt x="10800" y="20249"/>
                  </a:cubicBezTo>
                  <a:cubicBezTo>
                    <a:pt x="9606" y="20249"/>
                    <a:pt x="8640" y="19948"/>
                    <a:pt x="8640" y="19575"/>
                  </a:cubicBezTo>
                  <a:lnTo>
                    <a:pt x="8640" y="10056"/>
                  </a:lnTo>
                  <a:cubicBezTo>
                    <a:pt x="9338" y="10101"/>
                    <a:pt x="10059" y="10124"/>
                    <a:pt x="10800" y="10124"/>
                  </a:cubicBezTo>
                  <a:cubicBezTo>
                    <a:pt x="11541" y="10124"/>
                    <a:pt x="12262" y="10101"/>
                    <a:pt x="12960" y="10056"/>
                  </a:cubicBezTo>
                  <a:cubicBezTo>
                    <a:pt x="12960" y="10056"/>
                    <a:pt x="12960" y="19575"/>
                    <a:pt x="12960" y="19575"/>
                  </a:cubicBezTo>
                  <a:close/>
                  <a:moveTo>
                    <a:pt x="8640" y="2025"/>
                  </a:moveTo>
                  <a:cubicBezTo>
                    <a:pt x="8640" y="1651"/>
                    <a:pt x="9606" y="1350"/>
                    <a:pt x="10800" y="1350"/>
                  </a:cubicBezTo>
                  <a:cubicBezTo>
                    <a:pt x="11992" y="1350"/>
                    <a:pt x="12960" y="1651"/>
                    <a:pt x="12960" y="2025"/>
                  </a:cubicBezTo>
                  <a:lnTo>
                    <a:pt x="12960" y="3442"/>
                  </a:lnTo>
                  <a:cubicBezTo>
                    <a:pt x="12262" y="3398"/>
                    <a:pt x="11541" y="3375"/>
                    <a:pt x="10800" y="3375"/>
                  </a:cubicBezTo>
                  <a:cubicBezTo>
                    <a:pt x="10059" y="3375"/>
                    <a:pt x="9338" y="3398"/>
                    <a:pt x="8640" y="3442"/>
                  </a:cubicBezTo>
                  <a:cubicBezTo>
                    <a:pt x="8640" y="3442"/>
                    <a:pt x="8640" y="2025"/>
                    <a:pt x="8640" y="2025"/>
                  </a:cubicBezTo>
                  <a:close/>
                  <a:moveTo>
                    <a:pt x="17280" y="4064"/>
                  </a:moveTo>
                  <a:lnTo>
                    <a:pt x="17280" y="2025"/>
                  </a:lnTo>
                  <a:cubicBezTo>
                    <a:pt x="17280" y="908"/>
                    <a:pt x="14373" y="0"/>
                    <a:pt x="10800" y="0"/>
                  </a:cubicBezTo>
                  <a:cubicBezTo>
                    <a:pt x="7225" y="0"/>
                    <a:pt x="4320" y="908"/>
                    <a:pt x="4320" y="2025"/>
                  </a:cubicBezTo>
                  <a:lnTo>
                    <a:pt x="4320" y="4064"/>
                  </a:lnTo>
                  <a:cubicBezTo>
                    <a:pt x="1710" y="4681"/>
                    <a:pt x="0" y="5649"/>
                    <a:pt x="0" y="6750"/>
                  </a:cubicBezTo>
                  <a:cubicBezTo>
                    <a:pt x="0" y="7850"/>
                    <a:pt x="1710" y="8818"/>
                    <a:pt x="4320" y="9434"/>
                  </a:cubicBezTo>
                  <a:lnTo>
                    <a:pt x="4320" y="19575"/>
                  </a:lnTo>
                  <a:cubicBezTo>
                    <a:pt x="4320" y="20691"/>
                    <a:pt x="7225" y="21599"/>
                    <a:pt x="10800" y="21599"/>
                  </a:cubicBezTo>
                  <a:cubicBezTo>
                    <a:pt x="14373" y="21599"/>
                    <a:pt x="17280" y="20691"/>
                    <a:pt x="17280" y="19575"/>
                  </a:cubicBezTo>
                  <a:lnTo>
                    <a:pt x="17280" y="9434"/>
                  </a:lnTo>
                  <a:cubicBezTo>
                    <a:pt x="19889" y="8818"/>
                    <a:pt x="21600" y="7850"/>
                    <a:pt x="21600" y="6750"/>
                  </a:cubicBezTo>
                  <a:cubicBezTo>
                    <a:pt x="21600" y="5649"/>
                    <a:pt x="19889" y="4681"/>
                    <a:pt x="17280" y="4064"/>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24" name="AutoShape 58">
              <a:extLst>
                <a:ext uri="{FF2B5EF4-FFF2-40B4-BE49-F238E27FC236}">
                  <a16:creationId xmlns:a16="http://schemas.microsoft.com/office/drawing/2014/main" id="{469B2F67-8AB7-F4F3-CAAC-D3BEDAB9DE8A}"/>
                </a:ext>
              </a:extLst>
            </p:cNvPr>
            <p:cNvSpPr>
              <a:spLocks/>
            </p:cNvSpPr>
            <p:nvPr/>
          </p:nvSpPr>
          <p:spPr bwMode="auto">
            <a:xfrm>
              <a:off x="5053047" y="5204159"/>
              <a:ext cx="114508" cy="366050"/>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6988" y="15416"/>
                  </a:moveTo>
                  <a:cubicBezTo>
                    <a:pt x="16954" y="15452"/>
                    <a:pt x="16923" y="15487"/>
                    <a:pt x="16883" y="15523"/>
                  </a:cubicBezTo>
                  <a:cubicBezTo>
                    <a:pt x="16677" y="15701"/>
                    <a:pt x="16414" y="15870"/>
                    <a:pt x="16066" y="16020"/>
                  </a:cubicBezTo>
                  <a:cubicBezTo>
                    <a:pt x="16057" y="16024"/>
                    <a:pt x="16044" y="16027"/>
                    <a:pt x="16038" y="16031"/>
                  </a:cubicBezTo>
                  <a:cubicBezTo>
                    <a:pt x="15662" y="16192"/>
                    <a:pt x="15214" y="16334"/>
                    <a:pt x="14705" y="16454"/>
                  </a:cubicBezTo>
                  <a:cubicBezTo>
                    <a:pt x="14697" y="16457"/>
                    <a:pt x="14692" y="16458"/>
                    <a:pt x="14686" y="16459"/>
                  </a:cubicBezTo>
                  <a:cubicBezTo>
                    <a:pt x="14163" y="16582"/>
                    <a:pt x="13584" y="16681"/>
                    <a:pt x="12960" y="16749"/>
                  </a:cubicBezTo>
                  <a:cubicBezTo>
                    <a:pt x="12279" y="16826"/>
                    <a:pt x="11560" y="16875"/>
                    <a:pt x="10800" y="16875"/>
                  </a:cubicBezTo>
                  <a:cubicBezTo>
                    <a:pt x="10037" y="16875"/>
                    <a:pt x="9318" y="16826"/>
                    <a:pt x="8640" y="16749"/>
                  </a:cubicBezTo>
                  <a:cubicBezTo>
                    <a:pt x="8016" y="16681"/>
                    <a:pt x="7435" y="16582"/>
                    <a:pt x="6914" y="16459"/>
                  </a:cubicBezTo>
                  <a:cubicBezTo>
                    <a:pt x="6908" y="16458"/>
                    <a:pt x="6901" y="16457"/>
                    <a:pt x="6893" y="16454"/>
                  </a:cubicBezTo>
                  <a:cubicBezTo>
                    <a:pt x="6385" y="16334"/>
                    <a:pt x="5937" y="16192"/>
                    <a:pt x="5562" y="16031"/>
                  </a:cubicBezTo>
                  <a:cubicBezTo>
                    <a:pt x="5553" y="16027"/>
                    <a:pt x="5541" y="16024"/>
                    <a:pt x="5531" y="16020"/>
                  </a:cubicBezTo>
                  <a:cubicBezTo>
                    <a:pt x="5184" y="15870"/>
                    <a:pt x="4921" y="15701"/>
                    <a:pt x="4715" y="15523"/>
                  </a:cubicBezTo>
                  <a:cubicBezTo>
                    <a:pt x="4676" y="15487"/>
                    <a:pt x="4644" y="15452"/>
                    <a:pt x="4612" y="15416"/>
                  </a:cubicBezTo>
                  <a:cubicBezTo>
                    <a:pt x="4437" y="15236"/>
                    <a:pt x="4320" y="15047"/>
                    <a:pt x="4320" y="14850"/>
                  </a:cubicBezTo>
                  <a:cubicBezTo>
                    <a:pt x="4320" y="14650"/>
                    <a:pt x="4437" y="14462"/>
                    <a:pt x="4612" y="14281"/>
                  </a:cubicBezTo>
                  <a:cubicBezTo>
                    <a:pt x="4644" y="14246"/>
                    <a:pt x="4676" y="14210"/>
                    <a:pt x="4715" y="14176"/>
                  </a:cubicBezTo>
                  <a:cubicBezTo>
                    <a:pt x="4921" y="13998"/>
                    <a:pt x="5184" y="13829"/>
                    <a:pt x="5531" y="13677"/>
                  </a:cubicBezTo>
                  <a:cubicBezTo>
                    <a:pt x="5541" y="13674"/>
                    <a:pt x="5553" y="13671"/>
                    <a:pt x="5562" y="13667"/>
                  </a:cubicBezTo>
                  <a:cubicBezTo>
                    <a:pt x="5937" y="13507"/>
                    <a:pt x="6385" y="13364"/>
                    <a:pt x="6893" y="13244"/>
                  </a:cubicBezTo>
                  <a:cubicBezTo>
                    <a:pt x="6901" y="13242"/>
                    <a:pt x="6908" y="13240"/>
                    <a:pt x="6914" y="13238"/>
                  </a:cubicBezTo>
                  <a:cubicBezTo>
                    <a:pt x="7435" y="13117"/>
                    <a:pt x="8016" y="13018"/>
                    <a:pt x="8640" y="12948"/>
                  </a:cubicBezTo>
                  <a:cubicBezTo>
                    <a:pt x="9318" y="12873"/>
                    <a:pt x="10037" y="12825"/>
                    <a:pt x="10800" y="12825"/>
                  </a:cubicBezTo>
                  <a:cubicBezTo>
                    <a:pt x="11560" y="12825"/>
                    <a:pt x="12279" y="12873"/>
                    <a:pt x="12960" y="12948"/>
                  </a:cubicBezTo>
                  <a:cubicBezTo>
                    <a:pt x="13584" y="13018"/>
                    <a:pt x="14163" y="13117"/>
                    <a:pt x="14686" y="13238"/>
                  </a:cubicBezTo>
                  <a:cubicBezTo>
                    <a:pt x="14692" y="13240"/>
                    <a:pt x="14697" y="13242"/>
                    <a:pt x="14705" y="13244"/>
                  </a:cubicBezTo>
                  <a:cubicBezTo>
                    <a:pt x="15214" y="13364"/>
                    <a:pt x="15662" y="13507"/>
                    <a:pt x="16038" y="13667"/>
                  </a:cubicBezTo>
                  <a:cubicBezTo>
                    <a:pt x="16044" y="13671"/>
                    <a:pt x="16057" y="13674"/>
                    <a:pt x="16066" y="13677"/>
                  </a:cubicBezTo>
                  <a:cubicBezTo>
                    <a:pt x="16414" y="13829"/>
                    <a:pt x="16677" y="13998"/>
                    <a:pt x="16883" y="14176"/>
                  </a:cubicBezTo>
                  <a:cubicBezTo>
                    <a:pt x="16923" y="14210"/>
                    <a:pt x="16954" y="14246"/>
                    <a:pt x="16988" y="14281"/>
                  </a:cubicBezTo>
                  <a:cubicBezTo>
                    <a:pt x="17161" y="14462"/>
                    <a:pt x="17280" y="14650"/>
                    <a:pt x="17280" y="14850"/>
                  </a:cubicBezTo>
                  <a:cubicBezTo>
                    <a:pt x="17280" y="15047"/>
                    <a:pt x="17161" y="15236"/>
                    <a:pt x="16988" y="15416"/>
                  </a:cubicBezTo>
                  <a:moveTo>
                    <a:pt x="12960" y="19575"/>
                  </a:moveTo>
                  <a:cubicBezTo>
                    <a:pt x="12960" y="19948"/>
                    <a:pt x="11992" y="20249"/>
                    <a:pt x="10800" y="20249"/>
                  </a:cubicBezTo>
                  <a:cubicBezTo>
                    <a:pt x="9606" y="20249"/>
                    <a:pt x="8640" y="19948"/>
                    <a:pt x="8640" y="19575"/>
                  </a:cubicBezTo>
                  <a:lnTo>
                    <a:pt x="8640" y="18156"/>
                  </a:lnTo>
                  <a:cubicBezTo>
                    <a:pt x="9338" y="18201"/>
                    <a:pt x="10059" y="18225"/>
                    <a:pt x="10800" y="18225"/>
                  </a:cubicBezTo>
                  <a:cubicBezTo>
                    <a:pt x="11541" y="18225"/>
                    <a:pt x="12262" y="18201"/>
                    <a:pt x="12960" y="18156"/>
                  </a:cubicBezTo>
                  <a:cubicBezTo>
                    <a:pt x="12960" y="18156"/>
                    <a:pt x="12960" y="19575"/>
                    <a:pt x="12960" y="19575"/>
                  </a:cubicBezTo>
                  <a:close/>
                  <a:moveTo>
                    <a:pt x="8640" y="2025"/>
                  </a:moveTo>
                  <a:cubicBezTo>
                    <a:pt x="8640" y="1651"/>
                    <a:pt x="9606" y="1350"/>
                    <a:pt x="10800" y="1350"/>
                  </a:cubicBezTo>
                  <a:cubicBezTo>
                    <a:pt x="11992" y="1350"/>
                    <a:pt x="12960" y="1651"/>
                    <a:pt x="12960" y="2025"/>
                  </a:cubicBezTo>
                  <a:lnTo>
                    <a:pt x="12960" y="11542"/>
                  </a:lnTo>
                  <a:cubicBezTo>
                    <a:pt x="12262" y="11498"/>
                    <a:pt x="11541" y="11475"/>
                    <a:pt x="10800" y="11475"/>
                  </a:cubicBezTo>
                  <a:cubicBezTo>
                    <a:pt x="10059" y="11475"/>
                    <a:pt x="9338" y="11498"/>
                    <a:pt x="8640" y="11542"/>
                  </a:cubicBezTo>
                  <a:cubicBezTo>
                    <a:pt x="8640" y="11542"/>
                    <a:pt x="8640" y="2025"/>
                    <a:pt x="8640" y="2025"/>
                  </a:cubicBezTo>
                  <a:close/>
                  <a:moveTo>
                    <a:pt x="17280" y="12164"/>
                  </a:moveTo>
                  <a:lnTo>
                    <a:pt x="17280" y="2025"/>
                  </a:lnTo>
                  <a:cubicBezTo>
                    <a:pt x="17280" y="908"/>
                    <a:pt x="14373" y="0"/>
                    <a:pt x="10800" y="0"/>
                  </a:cubicBezTo>
                  <a:cubicBezTo>
                    <a:pt x="7225" y="0"/>
                    <a:pt x="4320" y="908"/>
                    <a:pt x="4320" y="2025"/>
                  </a:cubicBezTo>
                  <a:lnTo>
                    <a:pt x="4320" y="12164"/>
                  </a:lnTo>
                  <a:cubicBezTo>
                    <a:pt x="1710" y="12781"/>
                    <a:pt x="0" y="13749"/>
                    <a:pt x="0" y="14850"/>
                  </a:cubicBezTo>
                  <a:cubicBezTo>
                    <a:pt x="0" y="15950"/>
                    <a:pt x="1710" y="16918"/>
                    <a:pt x="4320" y="17534"/>
                  </a:cubicBezTo>
                  <a:lnTo>
                    <a:pt x="4320" y="19575"/>
                  </a:lnTo>
                  <a:cubicBezTo>
                    <a:pt x="4320" y="20691"/>
                    <a:pt x="7225" y="21599"/>
                    <a:pt x="10800" y="21599"/>
                  </a:cubicBezTo>
                  <a:cubicBezTo>
                    <a:pt x="14373" y="21599"/>
                    <a:pt x="17280" y="20691"/>
                    <a:pt x="17280" y="19575"/>
                  </a:cubicBezTo>
                  <a:lnTo>
                    <a:pt x="17280" y="17534"/>
                  </a:lnTo>
                  <a:cubicBezTo>
                    <a:pt x="19889" y="16918"/>
                    <a:pt x="21600" y="15950"/>
                    <a:pt x="21600" y="14850"/>
                  </a:cubicBezTo>
                  <a:cubicBezTo>
                    <a:pt x="21600" y="13749"/>
                    <a:pt x="19889" y="12781"/>
                    <a:pt x="17280" y="12164"/>
                  </a:cubicBezTo>
                </a:path>
              </a:pathLst>
            </a:custGeom>
            <a:grp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grpSp>
      <p:sp>
        <p:nvSpPr>
          <p:cNvPr id="25" name="AutoShape 83">
            <a:extLst>
              <a:ext uri="{FF2B5EF4-FFF2-40B4-BE49-F238E27FC236}">
                <a16:creationId xmlns:a16="http://schemas.microsoft.com/office/drawing/2014/main" id="{76237FDD-B3DD-4C13-4E55-1953D696825E}"/>
              </a:ext>
            </a:extLst>
          </p:cNvPr>
          <p:cNvSpPr>
            <a:spLocks/>
          </p:cNvSpPr>
          <p:nvPr/>
        </p:nvSpPr>
        <p:spPr bwMode="auto">
          <a:xfrm>
            <a:off x="9086102" y="2811858"/>
            <a:ext cx="366050" cy="240279"/>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1610" y="13990"/>
                </a:moveTo>
                <a:cubicBezTo>
                  <a:pt x="11373" y="14259"/>
                  <a:pt x="11093" y="14400"/>
                  <a:pt x="10800" y="14400"/>
                </a:cubicBezTo>
                <a:cubicBezTo>
                  <a:pt x="10505" y="14400"/>
                  <a:pt x="10225" y="14259"/>
                  <a:pt x="9990" y="13990"/>
                </a:cubicBezTo>
                <a:lnTo>
                  <a:pt x="7198" y="10800"/>
                </a:lnTo>
                <a:lnTo>
                  <a:pt x="6636" y="10157"/>
                </a:lnTo>
                <a:lnTo>
                  <a:pt x="1349" y="4115"/>
                </a:lnTo>
                <a:lnTo>
                  <a:pt x="1349" y="4114"/>
                </a:lnTo>
                <a:cubicBezTo>
                  <a:pt x="1349" y="2980"/>
                  <a:pt x="1955" y="2057"/>
                  <a:pt x="2699" y="2057"/>
                </a:cubicBezTo>
                <a:lnTo>
                  <a:pt x="18899" y="2057"/>
                </a:lnTo>
                <a:cubicBezTo>
                  <a:pt x="19643" y="2057"/>
                  <a:pt x="20249" y="2980"/>
                  <a:pt x="20249" y="4114"/>
                </a:cubicBezTo>
                <a:cubicBezTo>
                  <a:pt x="20249" y="4114"/>
                  <a:pt x="11610" y="13990"/>
                  <a:pt x="11610" y="13990"/>
                </a:cubicBezTo>
                <a:close/>
                <a:moveTo>
                  <a:pt x="20249" y="16198"/>
                </a:moveTo>
                <a:lnTo>
                  <a:pt x="15525" y="10800"/>
                </a:lnTo>
                <a:lnTo>
                  <a:pt x="20249" y="5399"/>
                </a:lnTo>
                <a:cubicBezTo>
                  <a:pt x="20249" y="5399"/>
                  <a:pt x="20249" y="16198"/>
                  <a:pt x="20249" y="16198"/>
                </a:cubicBezTo>
                <a:close/>
                <a:moveTo>
                  <a:pt x="20249" y="17484"/>
                </a:moveTo>
                <a:cubicBezTo>
                  <a:pt x="20249" y="18620"/>
                  <a:pt x="19643" y="19541"/>
                  <a:pt x="18899" y="19541"/>
                </a:cubicBezTo>
                <a:lnTo>
                  <a:pt x="2699" y="19541"/>
                </a:lnTo>
                <a:cubicBezTo>
                  <a:pt x="1955" y="19541"/>
                  <a:pt x="1349" y="18620"/>
                  <a:pt x="1349" y="17484"/>
                </a:cubicBezTo>
                <a:lnTo>
                  <a:pt x="6636" y="11442"/>
                </a:lnTo>
                <a:lnTo>
                  <a:pt x="9585" y="14813"/>
                </a:lnTo>
                <a:cubicBezTo>
                  <a:pt x="9945" y="15222"/>
                  <a:pt x="10372" y="15429"/>
                  <a:pt x="10800" y="15429"/>
                </a:cubicBezTo>
                <a:cubicBezTo>
                  <a:pt x="11228" y="15429"/>
                  <a:pt x="11654" y="15222"/>
                  <a:pt x="12015" y="14813"/>
                </a:cubicBezTo>
                <a:lnTo>
                  <a:pt x="14963" y="11442"/>
                </a:lnTo>
                <a:cubicBezTo>
                  <a:pt x="14963" y="11442"/>
                  <a:pt x="20249" y="17484"/>
                  <a:pt x="20249" y="17484"/>
                </a:cubicBezTo>
                <a:close/>
                <a:moveTo>
                  <a:pt x="1349" y="5399"/>
                </a:moveTo>
                <a:lnTo>
                  <a:pt x="6074" y="10800"/>
                </a:lnTo>
                <a:lnTo>
                  <a:pt x="1349" y="16198"/>
                </a:lnTo>
                <a:cubicBezTo>
                  <a:pt x="1349" y="16198"/>
                  <a:pt x="1349" y="5399"/>
                  <a:pt x="1349" y="5399"/>
                </a:cubicBezTo>
                <a:close/>
                <a:moveTo>
                  <a:pt x="18899" y="0"/>
                </a:moveTo>
                <a:lnTo>
                  <a:pt x="2699" y="0"/>
                </a:lnTo>
                <a:cubicBezTo>
                  <a:pt x="1208" y="0"/>
                  <a:pt x="0" y="1842"/>
                  <a:pt x="0" y="4114"/>
                </a:cubicBezTo>
                <a:lnTo>
                  <a:pt x="0" y="17484"/>
                </a:lnTo>
                <a:cubicBezTo>
                  <a:pt x="0" y="19756"/>
                  <a:pt x="1208" y="21600"/>
                  <a:pt x="2699" y="21600"/>
                </a:cubicBezTo>
                <a:lnTo>
                  <a:pt x="18899" y="21600"/>
                </a:lnTo>
                <a:cubicBezTo>
                  <a:pt x="20391" y="21600"/>
                  <a:pt x="21600" y="19756"/>
                  <a:pt x="21600" y="17484"/>
                </a:cubicBezTo>
                <a:lnTo>
                  <a:pt x="21600" y="4114"/>
                </a:lnTo>
                <a:cubicBezTo>
                  <a:pt x="21600" y="1842"/>
                  <a:pt x="20391" y="0"/>
                  <a:pt x="18899" y="0"/>
                </a:cubicBezTo>
              </a:path>
            </a:pathLst>
          </a:custGeom>
          <a:gradFill>
            <a:gsLst>
              <a:gs pos="0">
                <a:srgbClr val="0070C0"/>
              </a:gs>
              <a:gs pos="100000">
                <a:schemeClr val="accent5">
                  <a:lumMod val="75000"/>
                </a:schemeClr>
              </a:gs>
            </a:gsLst>
            <a:lin ang="18900000" scaled="1"/>
          </a:gradFill>
          <a:ln>
            <a:noFill/>
          </a:ln>
          <a:effectLst/>
          <a:extLs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38100" tIns="38100" rIns="38100" bIns="381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3000" b="0" i="0" u="none" strike="noStrike" kern="1200" cap="none" spc="0" normalizeH="0" baseline="0" noProof="0">
              <a:ln>
                <a:noFill/>
              </a:ln>
              <a:solidFill>
                <a:srgbClr val="FFFFFF"/>
              </a:solidFill>
              <a:effectLst>
                <a:outerShdw blurRad="38100" dist="38100" dir="2700000" algn="tl">
                  <a:srgbClr val="000000"/>
                </a:outerShdw>
              </a:effectLst>
              <a:uLnTx/>
              <a:uFillTx/>
              <a:latin typeface="+mn-ea"/>
              <a:cs typeface="+mn-cs"/>
            </a:endParaRPr>
          </a:p>
        </p:txBody>
      </p:sp>
      <p:sp>
        <p:nvSpPr>
          <p:cNvPr id="26" name="文本框 25">
            <a:extLst>
              <a:ext uri="{FF2B5EF4-FFF2-40B4-BE49-F238E27FC236}">
                <a16:creationId xmlns:a16="http://schemas.microsoft.com/office/drawing/2014/main" id="{798E2FF1-0173-2EA5-D146-51FFCB793C89}"/>
              </a:ext>
            </a:extLst>
          </p:cNvPr>
          <p:cNvSpPr txBox="1"/>
          <p:nvPr/>
        </p:nvSpPr>
        <p:spPr>
          <a:xfrm>
            <a:off x="1905171" y="3640362"/>
            <a:ext cx="1107996" cy="369332"/>
          </a:xfrm>
          <a:prstGeom prst="rect">
            <a:avLst/>
          </a:prstGeom>
          <a:noFill/>
        </p:spPr>
        <p:txBody>
          <a:bodyPr wrap="none" rtlCol="0">
            <a:spAutoFit/>
          </a:bodyPr>
          <a:lstStyle/>
          <a:p>
            <a:r>
              <a:rPr kumimoji="1" lang="zh-CN" altLang="en-US" dirty="0">
                <a:solidFill>
                  <a:schemeClr val="tx1">
                    <a:lumMod val="75000"/>
                    <a:lumOff val="25000"/>
                  </a:schemeClr>
                </a:solidFill>
                <a:latin typeface="+mn-ea"/>
              </a:rPr>
              <a:t>标题内容</a:t>
            </a:r>
          </a:p>
        </p:txBody>
      </p:sp>
      <p:sp>
        <p:nvSpPr>
          <p:cNvPr id="27" name="文本框 26">
            <a:extLst>
              <a:ext uri="{FF2B5EF4-FFF2-40B4-BE49-F238E27FC236}">
                <a16:creationId xmlns:a16="http://schemas.microsoft.com/office/drawing/2014/main" id="{9AC13006-CFFE-CFF4-E66B-D6981B629090}"/>
              </a:ext>
            </a:extLst>
          </p:cNvPr>
          <p:cNvSpPr txBox="1"/>
          <p:nvPr/>
        </p:nvSpPr>
        <p:spPr>
          <a:xfrm>
            <a:off x="1502423" y="4009694"/>
            <a:ext cx="1913493" cy="557012"/>
          </a:xfrm>
          <a:prstGeom prst="rect">
            <a:avLst/>
          </a:prstGeom>
          <a:noFill/>
          <a:effectLst/>
        </p:spPr>
        <p:txBody>
          <a:bodyPr wrap="square" rtlCol="0">
            <a:spAutoFit/>
          </a:bodyPr>
          <a:lstStyle/>
          <a:p>
            <a:pPr algn="ctr">
              <a:lnSpc>
                <a:spcPct val="150000"/>
              </a:lnSpc>
            </a:pPr>
            <a:r>
              <a:rPr lang="zh-CN" altLang="en-US" sz="1100" dirty="0">
                <a:solidFill>
                  <a:schemeClr val="tx1">
                    <a:lumMod val="75000"/>
                    <a:lumOff val="25000"/>
                  </a:schemeClr>
                </a:solidFill>
                <a:latin typeface="+mn-ea"/>
                <a:cs typeface="+mn-ea"/>
                <a:sym typeface="+mn-lt"/>
              </a:rPr>
              <a:t>点击输入简要文字解说，解说文字尽量概括精炼</a:t>
            </a:r>
            <a:endParaRPr lang="en-US" altLang="zh-CN" sz="1100" dirty="0">
              <a:solidFill>
                <a:schemeClr val="tx1">
                  <a:lumMod val="75000"/>
                  <a:lumOff val="25000"/>
                </a:schemeClr>
              </a:solidFill>
              <a:latin typeface="+mn-ea"/>
              <a:cs typeface="+mn-ea"/>
              <a:sym typeface="+mn-lt"/>
            </a:endParaRPr>
          </a:p>
        </p:txBody>
      </p:sp>
      <p:sp>
        <p:nvSpPr>
          <p:cNvPr id="28" name="文本框 27">
            <a:extLst>
              <a:ext uri="{FF2B5EF4-FFF2-40B4-BE49-F238E27FC236}">
                <a16:creationId xmlns:a16="http://schemas.microsoft.com/office/drawing/2014/main" id="{02A893E3-73D2-7C93-2C3F-79B2F0621689}"/>
              </a:ext>
            </a:extLst>
          </p:cNvPr>
          <p:cNvSpPr txBox="1"/>
          <p:nvPr/>
        </p:nvSpPr>
        <p:spPr>
          <a:xfrm>
            <a:off x="1830687" y="4609609"/>
            <a:ext cx="1259480" cy="261610"/>
          </a:xfrm>
          <a:prstGeom prst="rect">
            <a:avLst/>
          </a:prstGeom>
          <a:noFill/>
        </p:spPr>
        <p:txBody>
          <a:bodyPr wrap="square" rtlCol="0">
            <a:spAutoFit/>
          </a:bodyPr>
          <a:lstStyle/>
          <a:p>
            <a:pPr algn="dist"/>
            <a:r>
              <a:rPr kumimoji="1" lang="en-US" altLang="zh-CN" sz="1100" dirty="0">
                <a:solidFill>
                  <a:schemeClr val="bg1">
                    <a:lumMod val="65000"/>
                  </a:schemeClr>
                </a:solidFill>
                <a:latin typeface="+mn-ea"/>
              </a:rPr>
              <a:t>BUSINESS</a:t>
            </a:r>
            <a:endParaRPr kumimoji="1" lang="zh-CN" altLang="en-US" sz="1100" dirty="0">
              <a:solidFill>
                <a:schemeClr val="bg1">
                  <a:lumMod val="65000"/>
                </a:schemeClr>
              </a:solidFill>
              <a:latin typeface="+mn-ea"/>
            </a:endParaRPr>
          </a:p>
        </p:txBody>
      </p:sp>
      <p:sp>
        <p:nvSpPr>
          <p:cNvPr id="29" name="文本框 28">
            <a:extLst>
              <a:ext uri="{FF2B5EF4-FFF2-40B4-BE49-F238E27FC236}">
                <a16:creationId xmlns:a16="http://schemas.microsoft.com/office/drawing/2014/main" id="{AA4A1E9A-1469-2795-F3AC-59773AD2396F}"/>
              </a:ext>
            </a:extLst>
          </p:cNvPr>
          <p:cNvSpPr txBox="1"/>
          <p:nvPr/>
        </p:nvSpPr>
        <p:spPr>
          <a:xfrm>
            <a:off x="4538137" y="3640362"/>
            <a:ext cx="1107996" cy="369332"/>
          </a:xfrm>
          <a:prstGeom prst="rect">
            <a:avLst/>
          </a:prstGeom>
          <a:noFill/>
        </p:spPr>
        <p:txBody>
          <a:bodyPr wrap="none" rtlCol="0">
            <a:spAutoFit/>
          </a:bodyPr>
          <a:lstStyle/>
          <a:p>
            <a:r>
              <a:rPr kumimoji="1" lang="zh-CN" altLang="en-US" dirty="0">
                <a:solidFill>
                  <a:schemeClr val="tx1">
                    <a:lumMod val="75000"/>
                    <a:lumOff val="25000"/>
                  </a:schemeClr>
                </a:solidFill>
                <a:latin typeface="+mn-ea"/>
              </a:rPr>
              <a:t>标题内容</a:t>
            </a:r>
          </a:p>
        </p:txBody>
      </p:sp>
      <p:sp>
        <p:nvSpPr>
          <p:cNvPr id="30" name="文本框 29">
            <a:extLst>
              <a:ext uri="{FF2B5EF4-FFF2-40B4-BE49-F238E27FC236}">
                <a16:creationId xmlns:a16="http://schemas.microsoft.com/office/drawing/2014/main" id="{97489021-7B1E-6E04-533A-1741F4C94AE8}"/>
              </a:ext>
            </a:extLst>
          </p:cNvPr>
          <p:cNvSpPr txBox="1"/>
          <p:nvPr/>
        </p:nvSpPr>
        <p:spPr>
          <a:xfrm>
            <a:off x="4135389" y="4009694"/>
            <a:ext cx="1913493" cy="557012"/>
          </a:xfrm>
          <a:prstGeom prst="rect">
            <a:avLst/>
          </a:prstGeom>
          <a:noFill/>
          <a:effectLst/>
        </p:spPr>
        <p:txBody>
          <a:bodyPr wrap="square" rtlCol="0">
            <a:spAutoFit/>
          </a:bodyPr>
          <a:lstStyle/>
          <a:p>
            <a:pPr algn="ctr">
              <a:lnSpc>
                <a:spcPct val="150000"/>
              </a:lnSpc>
            </a:pPr>
            <a:r>
              <a:rPr lang="zh-CN" altLang="en-US" sz="1100" dirty="0">
                <a:solidFill>
                  <a:schemeClr val="tx1">
                    <a:lumMod val="75000"/>
                    <a:lumOff val="25000"/>
                  </a:schemeClr>
                </a:solidFill>
                <a:latin typeface="+mn-ea"/>
                <a:cs typeface="+mn-ea"/>
                <a:sym typeface="+mn-lt"/>
              </a:rPr>
              <a:t>点击输入简要文字解说，解说文字尽量概括精炼</a:t>
            </a:r>
            <a:endParaRPr lang="en-US" altLang="zh-CN" sz="1100" dirty="0">
              <a:solidFill>
                <a:schemeClr val="tx1">
                  <a:lumMod val="75000"/>
                  <a:lumOff val="25000"/>
                </a:schemeClr>
              </a:solidFill>
              <a:latin typeface="+mn-ea"/>
              <a:cs typeface="+mn-ea"/>
              <a:sym typeface="+mn-lt"/>
            </a:endParaRPr>
          </a:p>
        </p:txBody>
      </p:sp>
      <p:sp>
        <p:nvSpPr>
          <p:cNvPr id="31" name="文本框 30">
            <a:extLst>
              <a:ext uri="{FF2B5EF4-FFF2-40B4-BE49-F238E27FC236}">
                <a16:creationId xmlns:a16="http://schemas.microsoft.com/office/drawing/2014/main" id="{786A7C8A-1A1C-D9EF-B31D-6DBA6DEB7746}"/>
              </a:ext>
            </a:extLst>
          </p:cNvPr>
          <p:cNvSpPr txBox="1"/>
          <p:nvPr/>
        </p:nvSpPr>
        <p:spPr>
          <a:xfrm>
            <a:off x="4463653" y="4609609"/>
            <a:ext cx="1259480" cy="261610"/>
          </a:xfrm>
          <a:prstGeom prst="rect">
            <a:avLst/>
          </a:prstGeom>
          <a:noFill/>
        </p:spPr>
        <p:txBody>
          <a:bodyPr wrap="square" rtlCol="0">
            <a:spAutoFit/>
          </a:bodyPr>
          <a:lstStyle/>
          <a:p>
            <a:pPr algn="dist"/>
            <a:r>
              <a:rPr kumimoji="1" lang="en-US" altLang="zh-CN" sz="1100" dirty="0">
                <a:solidFill>
                  <a:schemeClr val="bg1">
                    <a:lumMod val="65000"/>
                  </a:schemeClr>
                </a:solidFill>
                <a:latin typeface="+mn-ea"/>
              </a:rPr>
              <a:t>BUSINESS</a:t>
            </a:r>
            <a:endParaRPr kumimoji="1" lang="zh-CN" altLang="en-US" sz="1100" dirty="0">
              <a:solidFill>
                <a:schemeClr val="bg1">
                  <a:lumMod val="65000"/>
                </a:schemeClr>
              </a:solidFill>
              <a:latin typeface="+mn-ea"/>
            </a:endParaRPr>
          </a:p>
        </p:txBody>
      </p:sp>
      <p:sp>
        <p:nvSpPr>
          <p:cNvPr id="32" name="文本框 31">
            <a:extLst>
              <a:ext uri="{FF2B5EF4-FFF2-40B4-BE49-F238E27FC236}">
                <a16:creationId xmlns:a16="http://schemas.microsoft.com/office/drawing/2014/main" id="{27CB5118-C778-9B84-4159-9347C4A0036C}"/>
              </a:ext>
            </a:extLst>
          </p:cNvPr>
          <p:cNvSpPr txBox="1"/>
          <p:nvPr/>
        </p:nvSpPr>
        <p:spPr>
          <a:xfrm>
            <a:off x="7001788" y="3640362"/>
            <a:ext cx="1107996" cy="369332"/>
          </a:xfrm>
          <a:prstGeom prst="rect">
            <a:avLst/>
          </a:prstGeom>
          <a:noFill/>
        </p:spPr>
        <p:txBody>
          <a:bodyPr wrap="none" rtlCol="0">
            <a:spAutoFit/>
          </a:bodyPr>
          <a:lstStyle/>
          <a:p>
            <a:r>
              <a:rPr kumimoji="1" lang="zh-CN" altLang="en-US" dirty="0">
                <a:solidFill>
                  <a:schemeClr val="tx1">
                    <a:lumMod val="75000"/>
                    <a:lumOff val="25000"/>
                  </a:schemeClr>
                </a:solidFill>
                <a:latin typeface="+mn-ea"/>
              </a:rPr>
              <a:t>标题内容</a:t>
            </a:r>
          </a:p>
        </p:txBody>
      </p:sp>
      <p:sp>
        <p:nvSpPr>
          <p:cNvPr id="33" name="文本框 32">
            <a:extLst>
              <a:ext uri="{FF2B5EF4-FFF2-40B4-BE49-F238E27FC236}">
                <a16:creationId xmlns:a16="http://schemas.microsoft.com/office/drawing/2014/main" id="{7EC5250D-32D1-1307-5F71-9088D7BA8CAF}"/>
              </a:ext>
            </a:extLst>
          </p:cNvPr>
          <p:cNvSpPr txBox="1"/>
          <p:nvPr/>
        </p:nvSpPr>
        <p:spPr>
          <a:xfrm>
            <a:off x="6599040" y="4009694"/>
            <a:ext cx="1913493" cy="557012"/>
          </a:xfrm>
          <a:prstGeom prst="rect">
            <a:avLst/>
          </a:prstGeom>
          <a:noFill/>
          <a:effectLst/>
        </p:spPr>
        <p:txBody>
          <a:bodyPr wrap="square" rtlCol="0">
            <a:spAutoFit/>
          </a:bodyPr>
          <a:lstStyle/>
          <a:p>
            <a:pPr algn="ctr">
              <a:lnSpc>
                <a:spcPct val="150000"/>
              </a:lnSpc>
            </a:pPr>
            <a:r>
              <a:rPr lang="zh-CN" altLang="en-US" sz="1100" dirty="0">
                <a:solidFill>
                  <a:schemeClr val="tx1">
                    <a:lumMod val="75000"/>
                    <a:lumOff val="25000"/>
                  </a:schemeClr>
                </a:solidFill>
                <a:latin typeface="+mn-ea"/>
                <a:cs typeface="+mn-ea"/>
                <a:sym typeface="+mn-lt"/>
              </a:rPr>
              <a:t>点击输入简要文字解说，解说文字尽量概括精炼</a:t>
            </a:r>
            <a:endParaRPr lang="en-US" altLang="zh-CN" sz="1100" dirty="0">
              <a:solidFill>
                <a:schemeClr val="tx1">
                  <a:lumMod val="75000"/>
                  <a:lumOff val="25000"/>
                </a:schemeClr>
              </a:solidFill>
              <a:latin typeface="+mn-ea"/>
              <a:cs typeface="+mn-ea"/>
              <a:sym typeface="+mn-lt"/>
            </a:endParaRPr>
          </a:p>
        </p:txBody>
      </p:sp>
      <p:sp>
        <p:nvSpPr>
          <p:cNvPr id="34" name="文本框 33">
            <a:extLst>
              <a:ext uri="{FF2B5EF4-FFF2-40B4-BE49-F238E27FC236}">
                <a16:creationId xmlns:a16="http://schemas.microsoft.com/office/drawing/2014/main" id="{B0308407-2815-21DA-C7C2-7C0A8E72CF46}"/>
              </a:ext>
            </a:extLst>
          </p:cNvPr>
          <p:cNvSpPr txBox="1"/>
          <p:nvPr/>
        </p:nvSpPr>
        <p:spPr>
          <a:xfrm>
            <a:off x="6927304" y="4609609"/>
            <a:ext cx="1259480" cy="261610"/>
          </a:xfrm>
          <a:prstGeom prst="rect">
            <a:avLst/>
          </a:prstGeom>
          <a:noFill/>
        </p:spPr>
        <p:txBody>
          <a:bodyPr wrap="square" rtlCol="0">
            <a:spAutoFit/>
          </a:bodyPr>
          <a:lstStyle/>
          <a:p>
            <a:pPr algn="dist"/>
            <a:r>
              <a:rPr kumimoji="1" lang="en-US" altLang="zh-CN" sz="1100" dirty="0">
                <a:solidFill>
                  <a:schemeClr val="bg1">
                    <a:lumMod val="65000"/>
                  </a:schemeClr>
                </a:solidFill>
                <a:latin typeface="+mn-ea"/>
              </a:rPr>
              <a:t>BUSINESS</a:t>
            </a:r>
            <a:endParaRPr kumimoji="1" lang="zh-CN" altLang="en-US" sz="1100" dirty="0">
              <a:solidFill>
                <a:schemeClr val="bg1">
                  <a:lumMod val="65000"/>
                </a:schemeClr>
              </a:solidFill>
              <a:latin typeface="+mn-ea"/>
            </a:endParaRPr>
          </a:p>
        </p:txBody>
      </p:sp>
      <p:sp>
        <p:nvSpPr>
          <p:cNvPr id="35" name="文本框 34">
            <a:extLst>
              <a:ext uri="{FF2B5EF4-FFF2-40B4-BE49-F238E27FC236}">
                <a16:creationId xmlns:a16="http://schemas.microsoft.com/office/drawing/2014/main" id="{CD00AFA1-F907-145E-6189-A500214B8A94}"/>
              </a:ext>
            </a:extLst>
          </p:cNvPr>
          <p:cNvSpPr txBox="1"/>
          <p:nvPr/>
        </p:nvSpPr>
        <p:spPr>
          <a:xfrm>
            <a:off x="9538813" y="3640362"/>
            <a:ext cx="1107996" cy="369332"/>
          </a:xfrm>
          <a:prstGeom prst="rect">
            <a:avLst/>
          </a:prstGeom>
          <a:noFill/>
        </p:spPr>
        <p:txBody>
          <a:bodyPr wrap="none" rtlCol="0">
            <a:spAutoFit/>
          </a:bodyPr>
          <a:lstStyle/>
          <a:p>
            <a:r>
              <a:rPr kumimoji="1" lang="zh-CN" altLang="en-US" dirty="0">
                <a:solidFill>
                  <a:schemeClr val="tx1">
                    <a:lumMod val="75000"/>
                    <a:lumOff val="25000"/>
                  </a:schemeClr>
                </a:solidFill>
                <a:latin typeface="+mn-ea"/>
              </a:rPr>
              <a:t>标题内容</a:t>
            </a:r>
          </a:p>
        </p:txBody>
      </p:sp>
      <p:sp>
        <p:nvSpPr>
          <p:cNvPr id="36" name="文本框 35">
            <a:extLst>
              <a:ext uri="{FF2B5EF4-FFF2-40B4-BE49-F238E27FC236}">
                <a16:creationId xmlns:a16="http://schemas.microsoft.com/office/drawing/2014/main" id="{1CD82C42-075A-C3C9-F70A-2B14E679CBB6}"/>
              </a:ext>
            </a:extLst>
          </p:cNvPr>
          <p:cNvSpPr txBox="1"/>
          <p:nvPr/>
        </p:nvSpPr>
        <p:spPr>
          <a:xfrm>
            <a:off x="9136065" y="4009694"/>
            <a:ext cx="1913493" cy="557012"/>
          </a:xfrm>
          <a:prstGeom prst="rect">
            <a:avLst/>
          </a:prstGeom>
          <a:noFill/>
          <a:effectLst/>
        </p:spPr>
        <p:txBody>
          <a:bodyPr wrap="square" rtlCol="0">
            <a:spAutoFit/>
          </a:bodyPr>
          <a:lstStyle/>
          <a:p>
            <a:pPr algn="ctr">
              <a:lnSpc>
                <a:spcPct val="150000"/>
              </a:lnSpc>
            </a:pPr>
            <a:r>
              <a:rPr lang="zh-CN" altLang="en-US" sz="1100" dirty="0">
                <a:solidFill>
                  <a:schemeClr val="tx1">
                    <a:lumMod val="75000"/>
                    <a:lumOff val="25000"/>
                  </a:schemeClr>
                </a:solidFill>
                <a:latin typeface="+mn-ea"/>
                <a:cs typeface="+mn-ea"/>
                <a:sym typeface="+mn-lt"/>
              </a:rPr>
              <a:t>点击输入简要文字解说，解说文字尽量概括精炼</a:t>
            </a:r>
            <a:endParaRPr lang="en-US" altLang="zh-CN" sz="1100" dirty="0">
              <a:solidFill>
                <a:schemeClr val="tx1">
                  <a:lumMod val="75000"/>
                  <a:lumOff val="25000"/>
                </a:schemeClr>
              </a:solidFill>
              <a:latin typeface="+mn-ea"/>
              <a:cs typeface="+mn-ea"/>
              <a:sym typeface="+mn-lt"/>
            </a:endParaRPr>
          </a:p>
        </p:txBody>
      </p:sp>
      <p:sp>
        <p:nvSpPr>
          <p:cNvPr id="37" name="文本框 36">
            <a:extLst>
              <a:ext uri="{FF2B5EF4-FFF2-40B4-BE49-F238E27FC236}">
                <a16:creationId xmlns:a16="http://schemas.microsoft.com/office/drawing/2014/main" id="{C69AEA48-FDF0-C7D3-B054-3070DC886FC9}"/>
              </a:ext>
            </a:extLst>
          </p:cNvPr>
          <p:cNvSpPr txBox="1"/>
          <p:nvPr/>
        </p:nvSpPr>
        <p:spPr>
          <a:xfrm>
            <a:off x="9464329" y="4609609"/>
            <a:ext cx="1259480" cy="261610"/>
          </a:xfrm>
          <a:prstGeom prst="rect">
            <a:avLst/>
          </a:prstGeom>
          <a:noFill/>
        </p:spPr>
        <p:txBody>
          <a:bodyPr wrap="square" rtlCol="0">
            <a:spAutoFit/>
          </a:bodyPr>
          <a:lstStyle/>
          <a:p>
            <a:pPr algn="dist"/>
            <a:r>
              <a:rPr kumimoji="1" lang="en-US" altLang="zh-CN" sz="1100" dirty="0">
                <a:solidFill>
                  <a:schemeClr val="bg1">
                    <a:lumMod val="65000"/>
                  </a:schemeClr>
                </a:solidFill>
                <a:latin typeface="+mn-ea"/>
              </a:rPr>
              <a:t>BUSINESS</a:t>
            </a:r>
            <a:endParaRPr kumimoji="1" lang="zh-CN" altLang="en-US" sz="1100" dirty="0">
              <a:solidFill>
                <a:schemeClr val="bg1">
                  <a:lumMod val="65000"/>
                </a:schemeClr>
              </a:solidFill>
              <a:latin typeface="+mn-ea"/>
            </a:endParaRPr>
          </a:p>
        </p:txBody>
      </p:sp>
    </p:spTree>
    <p:extLst>
      <p:ext uri="{BB962C8B-B14F-4D97-AF65-F5344CB8AC3E}">
        <p14:creationId xmlns:p14="http://schemas.microsoft.com/office/powerpoint/2010/main" val="3977198755"/>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C0000-4B4A-E840-852E-F4557B0D77D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A6B9B57-1167-B1B2-E342-40DBCDEF059C}"/>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问题不足分析</a:t>
            </a:r>
          </a:p>
        </p:txBody>
      </p:sp>
      <p:sp>
        <p:nvSpPr>
          <p:cNvPr id="3" name="矩形: 圆角 1">
            <a:extLst>
              <a:ext uri="{FF2B5EF4-FFF2-40B4-BE49-F238E27FC236}">
                <a16:creationId xmlns:a16="http://schemas.microsoft.com/office/drawing/2014/main" id="{882A7BC9-A18C-B568-C2B3-B4BFBF3329B5}"/>
              </a:ext>
            </a:extLst>
          </p:cNvPr>
          <p:cNvSpPr/>
          <p:nvPr/>
        </p:nvSpPr>
        <p:spPr>
          <a:xfrm>
            <a:off x="7618185" y="1430444"/>
            <a:ext cx="3989169" cy="4734425"/>
          </a:xfrm>
          <a:prstGeom prst="roundRect">
            <a:avLst>
              <a:gd name="adj" fmla="val 5175"/>
            </a:avLst>
          </a:prstGeom>
          <a:solidFill>
            <a:schemeClr val="bg1"/>
          </a:solidFill>
          <a:ln>
            <a:noFill/>
          </a:ln>
          <a:effectLst>
            <a:outerShdw blurRad="101600" sx="102000" sy="102000" algn="ctr" rotWithShape="0">
              <a:schemeClr val="bg1">
                <a:lumMod val="75000"/>
                <a:alpha val="14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latin typeface="思源黑体" panose="020B0500000000000000" pitchFamily="34" charset="-122"/>
              <a:ea typeface="思源黑体" panose="020B0500000000000000" pitchFamily="34" charset="-122"/>
            </a:endParaRPr>
          </a:p>
        </p:txBody>
      </p:sp>
      <p:sp>
        <p:nvSpPr>
          <p:cNvPr id="4" name="圆角矩形 3">
            <a:extLst>
              <a:ext uri="{FF2B5EF4-FFF2-40B4-BE49-F238E27FC236}">
                <a16:creationId xmlns:a16="http://schemas.microsoft.com/office/drawing/2014/main" id="{4C032304-AC81-DE15-6EC2-9CEDD072D12B}"/>
              </a:ext>
            </a:extLst>
          </p:cNvPr>
          <p:cNvSpPr/>
          <p:nvPr/>
        </p:nvSpPr>
        <p:spPr>
          <a:xfrm>
            <a:off x="7947233" y="3567931"/>
            <a:ext cx="3509174" cy="2070766"/>
          </a:xfrm>
          <a:prstGeom prst="roundRect">
            <a:avLst>
              <a:gd name="adj" fmla="val 6625"/>
            </a:avLst>
          </a:prstGeom>
          <a:blipFill>
            <a:blip r:embed="rId3" cstate="screen">
              <a:extLst>
                <a:ext uri="{28A0092B-C50C-407E-A947-70E740481C1C}">
                  <a14:useLocalDpi xmlns:a14="http://schemas.microsoft.com/office/drawing/2010/main"/>
                </a:ext>
              </a:extLst>
            </a:blip>
            <a:stretch>
              <a:fillRect/>
            </a:stretch>
          </a:blipFill>
          <a:ln>
            <a:noFill/>
          </a:ln>
          <a:effectLst>
            <a:reflection blurRad="6350" stA="52000" endA="300" endPos="18000" dir="5400000" sy="-100000" algn="bl" rotWithShape="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132C8907-27F9-E87C-585B-999E8FDF3AFE}"/>
              </a:ext>
            </a:extLst>
          </p:cNvPr>
          <p:cNvSpPr txBox="1"/>
          <p:nvPr/>
        </p:nvSpPr>
        <p:spPr>
          <a:xfrm>
            <a:off x="7947233" y="1764014"/>
            <a:ext cx="1467068" cy="400110"/>
          </a:xfrm>
          <a:prstGeom prst="rect">
            <a:avLst/>
          </a:prstGeom>
          <a:noFill/>
          <a:effectLst/>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schemeClr val="tx1">
                    <a:lumMod val="75000"/>
                    <a:lumOff val="25000"/>
                  </a:schemeClr>
                </a:solidFill>
                <a:effectLst/>
                <a:uLnTx/>
                <a:uFillTx/>
                <a:latin typeface="+mj-ea"/>
                <a:ea typeface="+mj-ea"/>
                <a:cs typeface="阿里巴巴普惠体 R" panose="00020600040101010101" pitchFamily="18" charset="-122"/>
              </a:rPr>
              <a:t>关键词标题</a:t>
            </a:r>
          </a:p>
        </p:txBody>
      </p:sp>
      <p:sp>
        <p:nvSpPr>
          <p:cNvPr id="6" name="文本框 5">
            <a:extLst>
              <a:ext uri="{FF2B5EF4-FFF2-40B4-BE49-F238E27FC236}">
                <a16:creationId xmlns:a16="http://schemas.microsoft.com/office/drawing/2014/main" id="{B7BBD9C5-36D8-D840-6730-CCB902E7D81B}"/>
              </a:ext>
            </a:extLst>
          </p:cNvPr>
          <p:cNvSpPr txBox="1"/>
          <p:nvPr/>
        </p:nvSpPr>
        <p:spPr>
          <a:xfrm>
            <a:off x="7947233" y="2159318"/>
            <a:ext cx="3346694" cy="913135"/>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schemeClr val="bg1">
                    <a:lumMod val="50000"/>
                  </a:schemeClr>
                </a:solidFill>
                <a:effectLst/>
                <a:uLnTx/>
                <a:uFillTx/>
                <a:latin typeface="+mn-ea"/>
                <a:cs typeface="阿里巴巴普惠体 R" panose="00020600040101010101" pitchFamily="18" charset="-122"/>
              </a:rPr>
              <a:t>在这里输入你的正文，阐述与关键词标题相关的具体内容，若字数太多酌情先删减文案，再缩小字号</a:t>
            </a:r>
          </a:p>
        </p:txBody>
      </p:sp>
      <p:sp>
        <p:nvSpPr>
          <p:cNvPr id="7" name="矩形: 圆角 4">
            <a:extLst>
              <a:ext uri="{FF2B5EF4-FFF2-40B4-BE49-F238E27FC236}">
                <a16:creationId xmlns:a16="http://schemas.microsoft.com/office/drawing/2014/main" id="{41CB8BB5-B780-F3A9-C897-FFA5489BDE93}"/>
              </a:ext>
            </a:extLst>
          </p:cNvPr>
          <p:cNvSpPr/>
          <p:nvPr/>
        </p:nvSpPr>
        <p:spPr>
          <a:xfrm>
            <a:off x="604963" y="3147977"/>
            <a:ext cx="6911664" cy="3016892"/>
          </a:xfrm>
          <a:prstGeom prst="roundRect">
            <a:avLst>
              <a:gd name="adj" fmla="val 3726"/>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思源黑体" panose="020B0500000000000000" pitchFamily="34" charset="-122"/>
              <a:ea typeface="思源黑体" panose="020B0500000000000000" pitchFamily="34" charset="-122"/>
            </a:endParaRPr>
          </a:p>
        </p:txBody>
      </p:sp>
      <p:graphicFrame>
        <p:nvGraphicFramePr>
          <p:cNvPr id="8" name="图表 7">
            <a:extLst>
              <a:ext uri="{FF2B5EF4-FFF2-40B4-BE49-F238E27FC236}">
                <a16:creationId xmlns:a16="http://schemas.microsoft.com/office/drawing/2014/main" id="{9A6BA36D-4CD1-E234-AA6C-F76381246072}"/>
              </a:ext>
            </a:extLst>
          </p:cNvPr>
          <p:cNvGraphicFramePr/>
          <p:nvPr>
            <p:extLst>
              <p:ext uri="{D42A27DB-BD31-4B8C-83A1-F6EECF244321}">
                <p14:modId xmlns:p14="http://schemas.microsoft.com/office/powerpoint/2010/main" val="1199150051"/>
              </p:ext>
            </p:extLst>
          </p:nvPr>
        </p:nvGraphicFramePr>
        <p:xfrm>
          <a:off x="963047" y="3876732"/>
          <a:ext cx="2660766" cy="185910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图表 8">
            <a:extLst>
              <a:ext uri="{FF2B5EF4-FFF2-40B4-BE49-F238E27FC236}">
                <a16:creationId xmlns:a16="http://schemas.microsoft.com/office/drawing/2014/main" id="{D5146CF1-98C4-228E-1B93-361B3F9D7DE7}"/>
              </a:ext>
            </a:extLst>
          </p:cNvPr>
          <p:cNvGraphicFramePr/>
          <p:nvPr>
            <p:extLst>
              <p:ext uri="{D42A27DB-BD31-4B8C-83A1-F6EECF244321}">
                <p14:modId xmlns:p14="http://schemas.microsoft.com/office/powerpoint/2010/main" val="2899739353"/>
              </p:ext>
            </p:extLst>
          </p:nvPr>
        </p:nvGraphicFramePr>
        <p:xfrm>
          <a:off x="3944630" y="3367531"/>
          <a:ext cx="3437340" cy="2726790"/>
        </p:xfrm>
        <a:graphic>
          <a:graphicData uri="http://schemas.openxmlformats.org/drawingml/2006/chart">
            <c:chart xmlns:c="http://schemas.openxmlformats.org/drawingml/2006/chart" xmlns:r="http://schemas.openxmlformats.org/officeDocument/2006/relationships" r:id="rId5"/>
          </a:graphicData>
        </a:graphic>
      </p:graphicFrame>
      <p:sp>
        <p:nvSpPr>
          <p:cNvPr id="10" name="文本框 9">
            <a:extLst>
              <a:ext uri="{FF2B5EF4-FFF2-40B4-BE49-F238E27FC236}">
                <a16:creationId xmlns:a16="http://schemas.microsoft.com/office/drawing/2014/main" id="{747F01BF-751D-270A-C93B-37EC74A71223}"/>
              </a:ext>
            </a:extLst>
          </p:cNvPr>
          <p:cNvSpPr txBox="1"/>
          <p:nvPr/>
        </p:nvSpPr>
        <p:spPr>
          <a:xfrm>
            <a:off x="1440863" y="3567931"/>
            <a:ext cx="710451" cy="555793"/>
          </a:xfrm>
          <a:prstGeom prst="rect">
            <a:avLst/>
          </a:prstGeom>
          <a:noFill/>
          <a:effectLst/>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chemeClr val="bg1">
                    <a:lumMod val="50000"/>
                  </a:schemeClr>
                </a:solidFill>
                <a:effectLst/>
                <a:uLnTx/>
                <a:uFillTx/>
                <a:latin typeface="+mn-ea"/>
                <a:cs typeface="阿里巴巴普惠体 B" panose="00020600040101010101" pitchFamily="18" charset="-122"/>
              </a:rPr>
              <a:t>11.50%</a:t>
            </a:r>
            <a:endParaRPr lang="en-US" altLang="zh-CN" sz="1200" dirty="0">
              <a:solidFill>
                <a:schemeClr val="bg1">
                  <a:lumMod val="50000"/>
                </a:schemeClr>
              </a:solidFill>
              <a:latin typeface="+mn-ea"/>
              <a:cs typeface="阿里巴巴普惠体 B" panose="00020600040101010101" pitchFamily="18" charset="-122"/>
            </a:endParaRPr>
          </a:p>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1200" dirty="0">
                <a:solidFill>
                  <a:schemeClr val="bg1">
                    <a:lumMod val="50000"/>
                  </a:schemeClr>
                </a:solidFill>
                <a:latin typeface="+mn-ea"/>
                <a:cs typeface="阿里巴巴普惠体 B" panose="00020600040101010101" pitchFamily="18" charset="-122"/>
              </a:rPr>
              <a:t>类别</a:t>
            </a:r>
            <a:r>
              <a:rPr kumimoji="0" lang="en-US" altLang="zh-CN" sz="1200" b="0" i="0" u="none" strike="noStrike" kern="1200" cap="none" spc="0" normalizeH="0" baseline="0" noProof="0" dirty="0">
                <a:ln>
                  <a:noFill/>
                </a:ln>
                <a:solidFill>
                  <a:schemeClr val="bg1">
                    <a:lumMod val="50000"/>
                  </a:schemeClr>
                </a:solidFill>
                <a:effectLst/>
                <a:uLnTx/>
                <a:uFillTx/>
                <a:latin typeface="+mn-ea"/>
                <a:cs typeface="阿里巴巴普惠体 B" panose="00020600040101010101" pitchFamily="18" charset="-122"/>
              </a:rPr>
              <a:t>A</a:t>
            </a:r>
          </a:p>
        </p:txBody>
      </p:sp>
      <p:sp>
        <p:nvSpPr>
          <p:cNvPr id="11" name="文本框 10">
            <a:extLst>
              <a:ext uri="{FF2B5EF4-FFF2-40B4-BE49-F238E27FC236}">
                <a16:creationId xmlns:a16="http://schemas.microsoft.com/office/drawing/2014/main" id="{3E164C7D-A79F-A131-76C4-C48B1D86ACDB}"/>
              </a:ext>
            </a:extLst>
          </p:cNvPr>
          <p:cNvSpPr txBox="1"/>
          <p:nvPr/>
        </p:nvSpPr>
        <p:spPr>
          <a:xfrm>
            <a:off x="737931" y="4762359"/>
            <a:ext cx="710451" cy="555793"/>
          </a:xfrm>
          <a:prstGeom prst="rect">
            <a:avLst/>
          </a:prstGeom>
          <a:noFill/>
          <a:effectLst/>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chemeClr val="bg1">
                    <a:lumMod val="50000"/>
                  </a:schemeClr>
                </a:solidFill>
                <a:effectLst/>
                <a:uLnTx/>
                <a:uFillTx/>
                <a:latin typeface="+mn-ea"/>
                <a:cs typeface="阿里巴巴普惠体 B" panose="00020600040101010101" pitchFamily="18" charset="-122"/>
              </a:rPr>
              <a:t>30.10%</a:t>
            </a:r>
          </a:p>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1200" dirty="0">
                <a:solidFill>
                  <a:schemeClr val="bg1">
                    <a:lumMod val="50000"/>
                  </a:schemeClr>
                </a:solidFill>
                <a:latin typeface="+mn-ea"/>
                <a:cs typeface="阿里巴巴普惠体 B" panose="00020600040101010101" pitchFamily="18" charset="-122"/>
              </a:rPr>
              <a:t>类别</a:t>
            </a:r>
            <a:r>
              <a:rPr kumimoji="0" lang="en-US" altLang="zh-CN" sz="1200" b="0" i="0" u="none" strike="noStrike" kern="1200" cap="none" spc="0" normalizeH="0" baseline="0" noProof="0" dirty="0">
                <a:ln>
                  <a:noFill/>
                </a:ln>
                <a:solidFill>
                  <a:schemeClr val="bg1">
                    <a:lumMod val="50000"/>
                  </a:schemeClr>
                </a:solidFill>
                <a:effectLst/>
                <a:uLnTx/>
                <a:uFillTx/>
                <a:latin typeface="+mn-ea"/>
                <a:cs typeface="阿里巴巴普惠体 B" panose="00020600040101010101" pitchFamily="18" charset="-122"/>
              </a:rPr>
              <a:t>B</a:t>
            </a:r>
          </a:p>
        </p:txBody>
      </p:sp>
      <p:sp>
        <p:nvSpPr>
          <p:cNvPr id="12" name="文本框 11">
            <a:extLst>
              <a:ext uri="{FF2B5EF4-FFF2-40B4-BE49-F238E27FC236}">
                <a16:creationId xmlns:a16="http://schemas.microsoft.com/office/drawing/2014/main" id="{AE003BE7-0AE7-5C80-CB9D-BD96BEA62B56}"/>
              </a:ext>
            </a:extLst>
          </p:cNvPr>
          <p:cNvSpPr txBox="1"/>
          <p:nvPr/>
        </p:nvSpPr>
        <p:spPr>
          <a:xfrm>
            <a:off x="2547690" y="5439056"/>
            <a:ext cx="710451" cy="555793"/>
          </a:xfrm>
          <a:prstGeom prst="rect">
            <a:avLst/>
          </a:prstGeom>
          <a:noFill/>
          <a:effectLst/>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chemeClr val="bg1">
                    <a:lumMod val="50000"/>
                  </a:schemeClr>
                </a:solidFill>
                <a:effectLst/>
                <a:uLnTx/>
                <a:uFillTx/>
                <a:latin typeface="+mn-ea"/>
                <a:cs typeface="阿里巴巴普惠体 B" panose="00020600040101010101" pitchFamily="18" charset="-122"/>
              </a:rPr>
              <a:t>22.70%</a:t>
            </a:r>
          </a:p>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1200" dirty="0">
                <a:solidFill>
                  <a:schemeClr val="bg1">
                    <a:lumMod val="50000"/>
                  </a:schemeClr>
                </a:solidFill>
                <a:latin typeface="+mn-ea"/>
                <a:cs typeface="阿里巴巴普惠体 B" panose="00020600040101010101" pitchFamily="18" charset="-122"/>
              </a:rPr>
              <a:t>类别</a:t>
            </a:r>
            <a:r>
              <a:rPr kumimoji="0" lang="en-US" altLang="zh-CN" sz="1200" b="0" i="0" u="none" strike="noStrike" kern="1200" cap="none" spc="0" normalizeH="0" baseline="0" noProof="0" dirty="0">
                <a:ln>
                  <a:noFill/>
                </a:ln>
                <a:solidFill>
                  <a:schemeClr val="bg1">
                    <a:lumMod val="50000"/>
                  </a:schemeClr>
                </a:solidFill>
                <a:effectLst/>
                <a:uLnTx/>
                <a:uFillTx/>
                <a:latin typeface="+mn-ea"/>
                <a:cs typeface="阿里巴巴普惠体 B" panose="00020600040101010101" pitchFamily="18" charset="-122"/>
              </a:rPr>
              <a:t>C</a:t>
            </a:r>
            <a:endParaRPr kumimoji="0" lang="zh-CN" altLang="en-US" sz="1200" b="0" i="0" u="none" strike="noStrike" kern="1200" cap="none" spc="0" normalizeH="0" baseline="0" noProof="0" dirty="0">
              <a:ln>
                <a:noFill/>
              </a:ln>
              <a:solidFill>
                <a:schemeClr val="bg1">
                  <a:lumMod val="50000"/>
                </a:schemeClr>
              </a:solidFill>
              <a:effectLst/>
              <a:uLnTx/>
              <a:uFillTx/>
              <a:latin typeface="+mn-ea"/>
              <a:cs typeface="阿里巴巴普惠体 B" panose="00020600040101010101" pitchFamily="18" charset="-122"/>
            </a:endParaRPr>
          </a:p>
        </p:txBody>
      </p:sp>
      <p:sp>
        <p:nvSpPr>
          <p:cNvPr id="13" name="文本框 12">
            <a:extLst>
              <a:ext uri="{FF2B5EF4-FFF2-40B4-BE49-F238E27FC236}">
                <a16:creationId xmlns:a16="http://schemas.microsoft.com/office/drawing/2014/main" id="{F44170FB-CC03-7AA9-9FB2-0EC2909DF284}"/>
              </a:ext>
            </a:extLst>
          </p:cNvPr>
          <p:cNvSpPr txBox="1"/>
          <p:nvPr/>
        </p:nvSpPr>
        <p:spPr>
          <a:xfrm>
            <a:off x="3009614" y="4228919"/>
            <a:ext cx="1082348" cy="555793"/>
          </a:xfrm>
          <a:prstGeom prst="rect">
            <a:avLst/>
          </a:prstGeom>
          <a:noFill/>
          <a:effectLst/>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schemeClr val="bg1">
                    <a:lumMod val="50000"/>
                  </a:schemeClr>
                </a:solidFill>
                <a:effectLst/>
                <a:uLnTx/>
                <a:uFillTx/>
                <a:latin typeface="+mn-ea"/>
                <a:cs typeface="阿里巴巴普惠体 B" panose="00020600040101010101" pitchFamily="18" charset="-122"/>
              </a:rPr>
              <a:t>35.70%</a:t>
            </a:r>
            <a:endParaRPr lang="en-US" altLang="zh-CN" sz="1200" dirty="0">
              <a:solidFill>
                <a:schemeClr val="bg1">
                  <a:lumMod val="50000"/>
                </a:schemeClr>
              </a:solidFill>
              <a:latin typeface="+mn-ea"/>
              <a:cs typeface="阿里巴巴普惠体 B" panose="00020600040101010101" pitchFamily="18" charset="-122"/>
            </a:endParaRPr>
          </a:p>
          <a:p>
            <a:pPr marL="0" marR="0" lvl="0" indent="0" algn="l" defTabSz="914400" rtl="0" eaLnBrk="1" fontAlgn="auto" latinLnBrk="0" hangingPunct="1">
              <a:lnSpc>
                <a:spcPct val="130000"/>
              </a:lnSpc>
              <a:spcBef>
                <a:spcPts val="0"/>
              </a:spcBef>
              <a:spcAft>
                <a:spcPts val="0"/>
              </a:spcAft>
              <a:buClrTx/>
              <a:buSzTx/>
              <a:buFontTx/>
              <a:buNone/>
              <a:tabLst/>
              <a:defRPr/>
            </a:pPr>
            <a:r>
              <a:rPr lang="zh-CN" altLang="en-US" sz="1200" dirty="0">
                <a:solidFill>
                  <a:schemeClr val="bg1">
                    <a:lumMod val="50000"/>
                  </a:schemeClr>
                </a:solidFill>
                <a:latin typeface="+mn-ea"/>
                <a:cs typeface="阿里巴巴普惠体 B" panose="00020600040101010101" pitchFamily="18" charset="-122"/>
              </a:rPr>
              <a:t>类别</a:t>
            </a:r>
            <a:r>
              <a:rPr kumimoji="0" lang="en-US" altLang="zh-CN" sz="1200" b="0" i="0" u="none" strike="noStrike" kern="1200" cap="none" spc="0" normalizeH="0" baseline="0" noProof="0" dirty="0">
                <a:ln>
                  <a:noFill/>
                </a:ln>
                <a:solidFill>
                  <a:schemeClr val="bg1">
                    <a:lumMod val="50000"/>
                  </a:schemeClr>
                </a:solidFill>
                <a:effectLst/>
                <a:uLnTx/>
                <a:uFillTx/>
                <a:latin typeface="+mn-ea"/>
                <a:cs typeface="阿里巴巴普惠体 B" panose="00020600040101010101" pitchFamily="18" charset="-122"/>
              </a:rPr>
              <a:t>D</a:t>
            </a:r>
          </a:p>
        </p:txBody>
      </p:sp>
      <p:cxnSp>
        <p:nvCxnSpPr>
          <p:cNvPr id="14" name="直接连接符 21">
            <a:extLst>
              <a:ext uri="{FF2B5EF4-FFF2-40B4-BE49-F238E27FC236}">
                <a16:creationId xmlns:a16="http://schemas.microsoft.com/office/drawing/2014/main" id="{61FD5D16-2D5B-66E6-7217-5F18B44F752E}"/>
              </a:ext>
            </a:extLst>
          </p:cNvPr>
          <p:cNvCxnSpPr>
            <a:cxnSpLocks/>
          </p:cNvCxnSpPr>
          <p:nvPr/>
        </p:nvCxnSpPr>
        <p:spPr>
          <a:xfrm>
            <a:off x="3820663" y="3147977"/>
            <a:ext cx="0" cy="2991493"/>
          </a:xfrm>
          <a:prstGeom prst="line">
            <a:avLst/>
          </a:prstGeom>
          <a:ln>
            <a:solidFill>
              <a:srgbClr val="103DB1"/>
            </a:solidFill>
            <a:prstDash val="dash"/>
          </a:ln>
          <a:effectLst/>
        </p:spPr>
        <p:style>
          <a:lnRef idx="1">
            <a:schemeClr val="accent1"/>
          </a:lnRef>
          <a:fillRef idx="0">
            <a:schemeClr val="accent1"/>
          </a:fillRef>
          <a:effectRef idx="0">
            <a:schemeClr val="accent1"/>
          </a:effectRef>
          <a:fontRef idx="minor">
            <a:schemeClr val="tx1"/>
          </a:fontRef>
        </p:style>
      </p:cxnSp>
      <p:sp>
        <p:nvSpPr>
          <p:cNvPr id="15" name="矩形: 圆角 27">
            <a:extLst>
              <a:ext uri="{FF2B5EF4-FFF2-40B4-BE49-F238E27FC236}">
                <a16:creationId xmlns:a16="http://schemas.microsoft.com/office/drawing/2014/main" id="{42802397-C009-C122-0BA7-A69A428D26A1}"/>
              </a:ext>
            </a:extLst>
          </p:cNvPr>
          <p:cNvSpPr/>
          <p:nvPr/>
        </p:nvSpPr>
        <p:spPr>
          <a:xfrm>
            <a:off x="604963" y="1434866"/>
            <a:ext cx="6911663" cy="1585911"/>
          </a:xfrm>
          <a:prstGeom prst="roundRect">
            <a:avLst>
              <a:gd name="adj" fmla="val 3726"/>
            </a:avLst>
          </a:prstGeom>
          <a:gradFill>
            <a:gsLst>
              <a:gs pos="0">
                <a:srgbClr val="0070C0"/>
              </a:gs>
              <a:gs pos="100000">
                <a:schemeClr val="accent5">
                  <a:lumMod val="75000"/>
                </a:schemeClr>
              </a:gs>
            </a:gsLst>
            <a:lin ang="18900000" scaled="1"/>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思源黑体" panose="020B0500000000000000" pitchFamily="34" charset="-122"/>
              <a:ea typeface="思源黑体" panose="020B0500000000000000" pitchFamily="34" charset="-122"/>
            </a:endParaRPr>
          </a:p>
        </p:txBody>
      </p:sp>
      <p:sp>
        <p:nvSpPr>
          <p:cNvPr id="16" name="文本框 15">
            <a:extLst>
              <a:ext uri="{FF2B5EF4-FFF2-40B4-BE49-F238E27FC236}">
                <a16:creationId xmlns:a16="http://schemas.microsoft.com/office/drawing/2014/main" id="{73461C3D-7333-D798-9F6B-28467AF8CCD3}"/>
              </a:ext>
            </a:extLst>
          </p:cNvPr>
          <p:cNvSpPr txBox="1"/>
          <p:nvPr/>
        </p:nvSpPr>
        <p:spPr>
          <a:xfrm>
            <a:off x="814131" y="2105016"/>
            <a:ext cx="6448060" cy="633058"/>
          </a:xfrm>
          <a:prstGeom prst="rect">
            <a:avLst/>
          </a:prstGeom>
          <a:noFill/>
          <a:effectLst/>
        </p:spPr>
        <p:txBody>
          <a:bodyPr wrap="square" rtlCol="0">
            <a:spAutoFit/>
          </a:bodyPr>
          <a:lstStyle/>
          <a:p>
            <a:pPr algn="just">
              <a:lnSpc>
                <a:spcPct val="130000"/>
              </a:lnSpc>
            </a:pPr>
            <a:r>
              <a:rPr lang="zh-CN" altLang="en-US" sz="1400" dirty="0">
                <a:solidFill>
                  <a:schemeClr val="bg1"/>
                </a:solidFill>
                <a:latin typeface="+mn-ea"/>
                <a:sym typeface="+mn-ea"/>
              </a:rPr>
              <a:t>在这里输入你的正文，阐述与关键词标题相关的具体内容，若字数太多酌情先删减文案，再缩小字号</a:t>
            </a:r>
          </a:p>
        </p:txBody>
      </p:sp>
      <p:sp>
        <p:nvSpPr>
          <p:cNvPr id="17" name="文本框 16">
            <a:extLst>
              <a:ext uri="{FF2B5EF4-FFF2-40B4-BE49-F238E27FC236}">
                <a16:creationId xmlns:a16="http://schemas.microsoft.com/office/drawing/2014/main" id="{95B928B3-A49C-8DCA-CDDF-4C030FEFE311}"/>
              </a:ext>
            </a:extLst>
          </p:cNvPr>
          <p:cNvSpPr txBox="1"/>
          <p:nvPr/>
        </p:nvSpPr>
        <p:spPr>
          <a:xfrm>
            <a:off x="818804" y="1633623"/>
            <a:ext cx="1805085" cy="458972"/>
          </a:xfrm>
          <a:prstGeom prst="rect">
            <a:avLst/>
          </a:prstGeom>
          <a:noFill/>
          <a:effectLst/>
        </p:spPr>
        <p:txBody>
          <a:bodyPr wrap="square" rtlCol="0">
            <a:spAutoFit/>
          </a:bodyPr>
          <a:lstStyle>
            <a:defPPr>
              <a:defRPr lang="zh-CN"/>
            </a:defPPr>
            <a:lvl1pPr algn="just">
              <a:lnSpc>
                <a:spcPct val="130000"/>
              </a:lnSpc>
              <a:defRPr sz="1600">
                <a:solidFill>
                  <a:schemeClr val="tx1">
                    <a:lumMod val="75000"/>
                    <a:lumOff val="25000"/>
                  </a:schemeClr>
                </a:solidFill>
                <a:latin typeface="思源黑体" panose="020B0500000000000000" pitchFamily="34" charset="-122"/>
                <a:ea typeface="思源黑体" panose="020B0500000000000000" pitchFamily="34" charset="-122"/>
              </a:defRPr>
            </a:lvl1pPr>
          </a:lstStyle>
          <a:p>
            <a:r>
              <a:rPr lang="zh-CN" altLang="en-US" sz="2000" dirty="0">
                <a:solidFill>
                  <a:schemeClr val="bg1"/>
                </a:solidFill>
                <a:latin typeface="+mj-ea"/>
                <a:ea typeface="+mj-ea"/>
              </a:rPr>
              <a:t>关键词标题</a:t>
            </a:r>
          </a:p>
        </p:txBody>
      </p:sp>
    </p:spTree>
    <p:extLst>
      <p:ext uri="{BB962C8B-B14F-4D97-AF65-F5344CB8AC3E}">
        <p14:creationId xmlns:p14="http://schemas.microsoft.com/office/powerpoint/2010/main" val="3616481697"/>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additive="base">
                                        <p:cTn id="21" dur="500" fill="hold"/>
                                        <p:tgtEl>
                                          <p:spTgt spid="7"/>
                                        </p:tgtEl>
                                        <p:attrNameLst>
                                          <p:attrName>ppt_x</p:attrName>
                                        </p:attrNameLst>
                                      </p:cBhvr>
                                      <p:tavLst>
                                        <p:tav tm="0">
                                          <p:val>
                                            <p:strVal val="#ppt_x"/>
                                          </p:val>
                                        </p:tav>
                                        <p:tav tm="100000">
                                          <p:val>
                                            <p:strVal val="#ppt_x"/>
                                          </p:val>
                                        </p:tav>
                                      </p:tavLst>
                                    </p:anim>
                                    <p:anim calcmode="lin" valueType="num">
                                      <p:cBhvr additive="base">
                                        <p:cTn id="22" dur="500" fill="hold"/>
                                        <p:tgtEl>
                                          <p:spTgt spid="7"/>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additive="base">
                                        <p:cTn id="29" dur="500" fill="hold"/>
                                        <p:tgtEl>
                                          <p:spTgt spid="9"/>
                                        </p:tgtEl>
                                        <p:attrNameLst>
                                          <p:attrName>ppt_x</p:attrName>
                                        </p:attrNameLst>
                                      </p:cBhvr>
                                      <p:tavLst>
                                        <p:tav tm="0">
                                          <p:val>
                                            <p:strVal val="#ppt_x"/>
                                          </p:val>
                                        </p:tav>
                                        <p:tav tm="100000">
                                          <p:val>
                                            <p:strVal val="#ppt_x"/>
                                          </p:val>
                                        </p:tav>
                                      </p:tavLst>
                                    </p:anim>
                                    <p:anim calcmode="lin" valueType="num">
                                      <p:cBhvr additive="base">
                                        <p:cTn id="30" dur="500" fill="hold"/>
                                        <p:tgtEl>
                                          <p:spTgt spid="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additive="base">
                                        <p:cTn id="33" dur="500" fill="hold"/>
                                        <p:tgtEl>
                                          <p:spTgt spid="10"/>
                                        </p:tgtEl>
                                        <p:attrNameLst>
                                          <p:attrName>ppt_x</p:attrName>
                                        </p:attrNameLst>
                                      </p:cBhvr>
                                      <p:tavLst>
                                        <p:tav tm="0">
                                          <p:val>
                                            <p:strVal val="#ppt_x"/>
                                          </p:val>
                                        </p:tav>
                                        <p:tav tm="100000">
                                          <p:val>
                                            <p:strVal val="#ppt_x"/>
                                          </p:val>
                                        </p:tav>
                                      </p:tavLst>
                                    </p:anim>
                                    <p:anim calcmode="lin" valueType="num">
                                      <p:cBhvr additive="base">
                                        <p:cTn id="34" dur="500" fill="hold"/>
                                        <p:tgtEl>
                                          <p:spTgt spid="10"/>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 calcmode="lin" valueType="num">
                                      <p:cBhvr additive="base">
                                        <p:cTn id="37" dur="500" fill="hold"/>
                                        <p:tgtEl>
                                          <p:spTgt spid="11"/>
                                        </p:tgtEl>
                                        <p:attrNameLst>
                                          <p:attrName>ppt_x</p:attrName>
                                        </p:attrNameLst>
                                      </p:cBhvr>
                                      <p:tavLst>
                                        <p:tav tm="0">
                                          <p:val>
                                            <p:strVal val="#ppt_x"/>
                                          </p:val>
                                        </p:tav>
                                        <p:tav tm="100000">
                                          <p:val>
                                            <p:strVal val="#ppt_x"/>
                                          </p:val>
                                        </p:tav>
                                      </p:tavLst>
                                    </p:anim>
                                    <p:anim calcmode="lin" valueType="num">
                                      <p:cBhvr additive="base">
                                        <p:cTn id="38" dur="500" fill="hold"/>
                                        <p:tgtEl>
                                          <p:spTgt spid="11"/>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ppt_x</p:attrName>
                                        </p:attrNameLst>
                                      </p:cBhvr>
                                      <p:tavLst>
                                        <p:tav tm="0">
                                          <p:val>
                                            <p:strVal val="#ppt_x"/>
                                          </p:val>
                                        </p:tav>
                                        <p:tav tm="100000">
                                          <p:val>
                                            <p:strVal val="#ppt_x"/>
                                          </p:val>
                                        </p:tav>
                                      </p:tavLst>
                                    </p:anim>
                                    <p:anim calcmode="lin" valueType="num">
                                      <p:cBhvr additive="base">
                                        <p:cTn id="42" dur="500" fill="hold"/>
                                        <p:tgtEl>
                                          <p:spTgt spid="12"/>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 calcmode="lin" valueType="num">
                                      <p:cBhvr additive="base">
                                        <p:cTn id="45" dur="500" fill="hold"/>
                                        <p:tgtEl>
                                          <p:spTgt spid="13"/>
                                        </p:tgtEl>
                                        <p:attrNameLst>
                                          <p:attrName>ppt_x</p:attrName>
                                        </p:attrNameLst>
                                      </p:cBhvr>
                                      <p:tavLst>
                                        <p:tav tm="0">
                                          <p:val>
                                            <p:strVal val="#ppt_x"/>
                                          </p:val>
                                        </p:tav>
                                        <p:tav tm="100000">
                                          <p:val>
                                            <p:strVal val="#ppt_x"/>
                                          </p:val>
                                        </p:tav>
                                      </p:tavLst>
                                    </p:anim>
                                    <p:anim calcmode="lin" valueType="num">
                                      <p:cBhvr additive="base">
                                        <p:cTn id="46" dur="500" fill="hold"/>
                                        <p:tgtEl>
                                          <p:spTgt spid="13"/>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gtEl>
                                        <p:attrNameLst>
                                          <p:attrName>style.visibility</p:attrName>
                                        </p:attrNameLst>
                                      </p:cBhvr>
                                      <p:to>
                                        <p:strVal val="visible"/>
                                      </p:to>
                                    </p:set>
                                    <p:anim calcmode="lin" valueType="num">
                                      <p:cBhvr additive="base">
                                        <p:cTn id="55" dur="500" fill="hold"/>
                                        <p:tgtEl>
                                          <p:spTgt spid="3"/>
                                        </p:tgtEl>
                                        <p:attrNameLst>
                                          <p:attrName>ppt_x</p:attrName>
                                        </p:attrNameLst>
                                      </p:cBhvr>
                                      <p:tavLst>
                                        <p:tav tm="0">
                                          <p:val>
                                            <p:strVal val="#ppt_x"/>
                                          </p:val>
                                        </p:tav>
                                        <p:tav tm="100000">
                                          <p:val>
                                            <p:strVal val="#ppt_x"/>
                                          </p:val>
                                        </p:tav>
                                      </p:tavLst>
                                    </p:anim>
                                    <p:anim calcmode="lin" valueType="num">
                                      <p:cBhvr additive="base">
                                        <p:cTn id="56" dur="500" fill="hold"/>
                                        <p:tgtEl>
                                          <p:spTgt spid="3"/>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
                                        </p:tgtEl>
                                        <p:attrNameLst>
                                          <p:attrName>style.visibility</p:attrName>
                                        </p:attrNameLst>
                                      </p:cBhvr>
                                      <p:to>
                                        <p:strVal val="visible"/>
                                      </p:to>
                                    </p:set>
                                    <p:anim calcmode="lin" valueType="num">
                                      <p:cBhvr additive="base">
                                        <p:cTn id="59" dur="500" fill="hold"/>
                                        <p:tgtEl>
                                          <p:spTgt spid="5"/>
                                        </p:tgtEl>
                                        <p:attrNameLst>
                                          <p:attrName>ppt_x</p:attrName>
                                        </p:attrNameLst>
                                      </p:cBhvr>
                                      <p:tavLst>
                                        <p:tav tm="0">
                                          <p:val>
                                            <p:strVal val="#ppt_x"/>
                                          </p:val>
                                        </p:tav>
                                        <p:tav tm="100000">
                                          <p:val>
                                            <p:strVal val="#ppt_x"/>
                                          </p:val>
                                        </p:tav>
                                      </p:tavLst>
                                    </p:anim>
                                    <p:anim calcmode="lin" valueType="num">
                                      <p:cBhvr additive="base">
                                        <p:cTn id="60" dur="500" fill="hold"/>
                                        <p:tgtEl>
                                          <p:spTgt spid="5"/>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anim calcmode="lin" valueType="num">
                                      <p:cBhvr additive="base">
                                        <p:cTn id="63" dur="500" fill="hold"/>
                                        <p:tgtEl>
                                          <p:spTgt spid="6"/>
                                        </p:tgtEl>
                                        <p:attrNameLst>
                                          <p:attrName>ppt_x</p:attrName>
                                        </p:attrNameLst>
                                      </p:cBhvr>
                                      <p:tavLst>
                                        <p:tav tm="0">
                                          <p:val>
                                            <p:strVal val="#ppt_x"/>
                                          </p:val>
                                        </p:tav>
                                        <p:tav tm="100000">
                                          <p:val>
                                            <p:strVal val="#ppt_x"/>
                                          </p:val>
                                        </p:tav>
                                      </p:tavLst>
                                    </p:anim>
                                    <p:anim calcmode="lin" valueType="num">
                                      <p:cBhvr additive="base">
                                        <p:cTn id="6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P spid="7" grpId="0" animBg="1"/>
      <p:bldGraphic spid="8" grpId="0">
        <p:bldAsOne/>
      </p:bldGraphic>
      <p:bldGraphic spid="9" grpId="0">
        <p:bldAsOne/>
      </p:bldGraphic>
      <p:bldP spid="10" grpId="0"/>
      <p:bldP spid="11" grpId="0"/>
      <p:bldP spid="12" grpId="0"/>
      <p:bldP spid="13" grpId="0"/>
      <p:bldP spid="15" grpId="0" animBg="1"/>
      <p:bldP spid="16"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78858-BDDE-334D-D2EC-E8C897818243}"/>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A2FADDE-7B57-EDAB-BF58-8DBFE513DFD5}"/>
              </a:ext>
            </a:extLst>
          </p:cNvPr>
          <p:cNvSpPr txBox="1"/>
          <p:nvPr/>
        </p:nvSpPr>
        <p:spPr>
          <a:xfrm>
            <a:off x="863346" y="2643082"/>
            <a:ext cx="6830595" cy="1323439"/>
          </a:xfrm>
          <a:prstGeom prst="rect">
            <a:avLst/>
          </a:prstGeom>
          <a:noFill/>
        </p:spPr>
        <p:txBody>
          <a:bodyPr wrap="square" rtlCol="0">
            <a:spAutoFit/>
          </a:bodyPr>
          <a:lstStyle/>
          <a:p>
            <a:pPr algn="dist"/>
            <a:r>
              <a:rPr kumimoji="1" lang="zh-CN" altLang="en-US" sz="7800" dirty="0">
                <a:solidFill>
                  <a:schemeClr val="tx1">
                    <a:lumMod val="75000"/>
                    <a:lumOff val="25000"/>
                  </a:schemeClr>
                </a:solidFill>
                <a:latin typeface="+mj-ea"/>
                <a:ea typeface="+mj-ea"/>
              </a:rPr>
              <a:t>下步工作目标</a:t>
            </a:r>
          </a:p>
        </p:txBody>
      </p:sp>
      <p:sp>
        <p:nvSpPr>
          <p:cNvPr id="4" name="文本框 3">
            <a:extLst>
              <a:ext uri="{FF2B5EF4-FFF2-40B4-BE49-F238E27FC236}">
                <a16:creationId xmlns:a16="http://schemas.microsoft.com/office/drawing/2014/main" id="{19897CFB-EC57-568E-E01B-DFF908FC0707}"/>
              </a:ext>
            </a:extLst>
          </p:cNvPr>
          <p:cNvSpPr txBox="1"/>
          <p:nvPr/>
        </p:nvSpPr>
        <p:spPr>
          <a:xfrm>
            <a:off x="703720" y="3921394"/>
            <a:ext cx="7149847" cy="514756"/>
          </a:xfrm>
          <a:prstGeom prst="rect">
            <a:avLst/>
          </a:prstGeom>
          <a:noFill/>
        </p:spPr>
        <p:txBody>
          <a:bodyPr wrap="square" rtlCol="0">
            <a:spAutoFit/>
          </a:bodyPr>
          <a:lstStyle/>
          <a:p>
            <a:pPr algn="ctr">
              <a:lnSpc>
                <a:spcPct val="150000"/>
              </a:lnSpc>
            </a:pPr>
            <a:r>
              <a:rPr lang="en" altLang="zh-CN" sz="1000" dirty="0">
                <a:solidFill>
                  <a:schemeClr val="bg1">
                    <a:lumMod val="65000"/>
                  </a:schemeClr>
                </a:solidFill>
                <a:latin typeface="+mn-ea"/>
              </a:rPr>
              <a:t>YOUR CONTENT IS ENTERED HERE, OR BY COPYING YOUR TEXT, SELECT PASTE IN THIS BOX AND CHOOSE TO RETAIN ONLY TEXT. YOUR CONTENT IS TYPED HERE, OR BY COPYING YOUR TEXT, SELECT PASTE IN THIS BOX.</a:t>
            </a:r>
          </a:p>
        </p:txBody>
      </p:sp>
      <p:sp>
        <p:nvSpPr>
          <p:cNvPr id="5" name="矩形 4">
            <a:extLst>
              <a:ext uri="{FF2B5EF4-FFF2-40B4-BE49-F238E27FC236}">
                <a16:creationId xmlns:a16="http://schemas.microsoft.com/office/drawing/2014/main" id="{BC2E8593-C9A0-4B08-3016-6565702EE092}"/>
              </a:ext>
            </a:extLst>
          </p:cNvPr>
          <p:cNvSpPr/>
          <p:nvPr/>
        </p:nvSpPr>
        <p:spPr>
          <a:xfrm>
            <a:off x="0" y="5326003"/>
            <a:ext cx="12192000" cy="15319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矩形 5">
            <a:extLst>
              <a:ext uri="{FF2B5EF4-FFF2-40B4-BE49-F238E27FC236}">
                <a16:creationId xmlns:a16="http://schemas.microsoft.com/office/drawing/2014/main" id="{49ABA815-D116-78A4-2CC1-3BA537A86D56}"/>
              </a:ext>
            </a:extLst>
          </p:cNvPr>
          <p:cNvSpPr/>
          <p:nvPr/>
        </p:nvSpPr>
        <p:spPr>
          <a:xfrm>
            <a:off x="9728200" y="0"/>
            <a:ext cx="2463800" cy="685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a:extLst>
              <a:ext uri="{FF2B5EF4-FFF2-40B4-BE49-F238E27FC236}">
                <a16:creationId xmlns:a16="http://schemas.microsoft.com/office/drawing/2014/main" id="{0EC1426B-2487-9D94-F395-745D1CF6D380}"/>
              </a:ext>
            </a:extLst>
          </p:cNvPr>
          <p:cNvSpPr txBox="1"/>
          <p:nvPr/>
        </p:nvSpPr>
        <p:spPr>
          <a:xfrm>
            <a:off x="566476" y="6352839"/>
            <a:ext cx="3256224"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n-ea"/>
              </a:rPr>
              <a:t>商务办公系列</a:t>
            </a:r>
            <a:r>
              <a:rPr kumimoji="1" lang="en-US" altLang="zh-CN" sz="1200" dirty="0">
                <a:solidFill>
                  <a:schemeClr val="tx1">
                    <a:lumMod val="75000"/>
                    <a:lumOff val="25000"/>
                  </a:schemeClr>
                </a:solidFill>
                <a:latin typeface="+mn-ea"/>
              </a:rPr>
              <a:t>PPT</a:t>
            </a:r>
            <a:r>
              <a:rPr kumimoji="1" lang="zh-CN" altLang="en-US" sz="1200" dirty="0">
                <a:solidFill>
                  <a:schemeClr val="tx1">
                    <a:lumMod val="75000"/>
                    <a:lumOff val="25000"/>
                  </a:schemeClr>
                </a:solidFill>
                <a:latin typeface="+mn-ea"/>
              </a:rPr>
              <a:t>模板</a:t>
            </a:r>
          </a:p>
        </p:txBody>
      </p:sp>
      <p:sp>
        <p:nvSpPr>
          <p:cNvPr id="9" name="矩形 8">
            <a:extLst>
              <a:ext uri="{FF2B5EF4-FFF2-40B4-BE49-F238E27FC236}">
                <a16:creationId xmlns:a16="http://schemas.microsoft.com/office/drawing/2014/main" id="{621FFA1F-DDC0-6A0C-6B0C-FC08C5C92E81}"/>
              </a:ext>
            </a:extLst>
          </p:cNvPr>
          <p:cNvSpPr/>
          <p:nvPr/>
        </p:nvSpPr>
        <p:spPr>
          <a:xfrm>
            <a:off x="2910711" y="2101372"/>
            <a:ext cx="2735864" cy="49727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a:extLst>
              <a:ext uri="{FF2B5EF4-FFF2-40B4-BE49-F238E27FC236}">
                <a16:creationId xmlns:a16="http://schemas.microsoft.com/office/drawing/2014/main" id="{4A2421F3-D81F-C62E-064D-2B13D09F956A}"/>
              </a:ext>
            </a:extLst>
          </p:cNvPr>
          <p:cNvSpPr txBox="1"/>
          <p:nvPr/>
        </p:nvSpPr>
        <p:spPr>
          <a:xfrm>
            <a:off x="2980731" y="2168032"/>
            <a:ext cx="2595824" cy="369332"/>
          </a:xfrm>
          <a:prstGeom prst="rect">
            <a:avLst/>
          </a:prstGeom>
          <a:noFill/>
        </p:spPr>
        <p:txBody>
          <a:bodyPr wrap="square" rtlCol="0">
            <a:spAutoFit/>
          </a:bodyPr>
          <a:lstStyle/>
          <a:p>
            <a:pPr algn="dist"/>
            <a:r>
              <a:rPr kumimoji="1" lang="en-US" altLang="zh-CN" dirty="0">
                <a:solidFill>
                  <a:schemeClr val="bg1"/>
                </a:solidFill>
                <a:latin typeface="+mj-ea"/>
                <a:ea typeface="+mj-ea"/>
              </a:rPr>
              <a:t>PART</a:t>
            </a:r>
            <a:r>
              <a:rPr kumimoji="1" lang="zh-CN" altLang="en-US" dirty="0">
                <a:solidFill>
                  <a:schemeClr val="bg1"/>
                </a:solidFill>
                <a:latin typeface="+mj-ea"/>
                <a:ea typeface="+mj-ea"/>
              </a:rPr>
              <a:t> </a:t>
            </a:r>
            <a:r>
              <a:rPr kumimoji="1" lang="en-US" altLang="zh-CN" dirty="0">
                <a:solidFill>
                  <a:schemeClr val="bg1"/>
                </a:solidFill>
                <a:latin typeface="+mj-ea"/>
                <a:ea typeface="+mj-ea"/>
              </a:rPr>
              <a:t>FOUR</a:t>
            </a:r>
            <a:endParaRPr kumimoji="1" lang="zh-CN" altLang="en-US" dirty="0">
              <a:solidFill>
                <a:schemeClr val="bg1"/>
              </a:solidFill>
              <a:latin typeface="+mj-ea"/>
              <a:ea typeface="+mj-ea"/>
            </a:endParaRPr>
          </a:p>
        </p:txBody>
      </p:sp>
      <p:sp>
        <p:nvSpPr>
          <p:cNvPr id="3" name="文本框 2">
            <a:extLst>
              <a:ext uri="{FF2B5EF4-FFF2-40B4-BE49-F238E27FC236}">
                <a16:creationId xmlns:a16="http://schemas.microsoft.com/office/drawing/2014/main" id="{81D34D90-9D63-A085-5B78-36EA8BB7746F}"/>
              </a:ext>
            </a:extLst>
          </p:cNvPr>
          <p:cNvSpPr txBox="1"/>
          <p:nvPr/>
        </p:nvSpPr>
        <p:spPr>
          <a:xfrm>
            <a:off x="9753600" y="483615"/>
            <a:ext cx="2241319" cy="1862048"/>
          </a:xfrm>
          <a:prstGeom prst="rect">
            <a:avLst/>
          </a:prstGeom>
          <a:noFill/>
        </p:spPr>
        <p:txBody>
          <a:bodyPr wrap="none" rtlCol="0">
            <a:spAutoFit/>
          </a:bodyPr>
          <a:lstStyle/>
          <a:p>
            <a:pPr algn="ctr"/>
            <a:r>
              <a:rPr kumimoji="1" lang="en-US" altLang="zh-CN" sz="11500" dirty="0">
                <a:solidFill>
                  <a:schemeClr val="bg1"/>
                </a:solidFill>
                <a:latin typeface="Source Han Sans CN Heavy" panose="020B0500000000000000" pitchFamily="34" charset="-128"/>
                <a:ea typeface="Source Han Sans CN Heavy" panose="020B0500000000000000" pitchFamily="34" charset="-128"/>
              </a:rPr>
              <a:t>O4</a:t>
            </a:r>
            <a:endParaRPr kumimoji="1" lang="zh-CN" altLang="en-US" sz="11500" dirty="0">
              <a:solidFill>
                <a:schemeClr val="bg1"/>
              </a:solidFill>
              <a:latin typeface="Source Han Sans CN Heavy" panose="020B0500000000000000" pitchFamily="34" charset="-128"/>
              <a:ea typeface="Source Han Sans CN Heavy" panose="020B0500000000000000" pitchFamily="34" charset="-128"/>
            </a:endParaRPr>
          </a:p>
        </p:txBody>
      </p:sp>
      <p:pic>
        <p:nvPicPr>
          <p:cNvPr id="8" name="图片 7">
            <a:extLst>
              <a:ext uri="{FF2B5EF4-FFF2-40B4-BE49-F238E27FC236}">
                <a16:creationId xmlns:a16="http://schemas.microsoft.com/office/drawing/2014/main" id="{0D929DBB-FFB4-8CF4-A24A-BD4B65A37A6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38757" y="1511300"/>
            <a:ext cx="4253243" cy="5348542"/>
          </a:xfrm>
          <a:prstGeom prst="rect">
            <a:avLst/>
          </a:prstGeom>
        </p:spPr>
      </p:pic>
    </p:spTree>
    <p:extLst>
      <p:ext uri="{BB962C8B-B14F-4D97-AF65-F5344CB8AC3E}">
        <p14:creationId xmlns:p14="http://schemas.microsoft.com/office/powerpoint/2010/main" val="3103774451"/>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Vertical)">
                                      <p:cBhvr>
                                        <p:cTn id="7" dur="500"/>
                                        <p:tgtEl>
                                          <p:spTgt spid="2"/>
                                        </p:tgtEl>
                                      </p:cBhvr>
                                    </p:animEffect>
                                  </p:childTnLst>
                                </p:cTn>
                              </p:par>
                              <p:par>
                                <p:cTn id="8" presetID="16" presetClass="entr" presetSubtype="37"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arn(outVertical)">
                                      <p:cBhvr>
                                        <p:cTn id="10" dur="500"/>
                                        <p:tgtEl>
                                          <p:spTgt spid="4"/>
                                        </p:tgtEl>
                                      </p:cBhvr>
                                    </p:animEffect>
                                  </p:childTnLst>
                                </p:cTn>
                              </p:par>
                              <p:par>
                                <p:cTn id="11" presetID="16" presetClass="entr" presetSubtype="37"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arn(outVertical)">
                                      <p:cBhvr>
                                        <p:cTn id="13" dur="500"/>
                                        <p:tgtEl>
                                          <p:spTgt spid="9"/>
                                        </p:tgtEl>
                                      </p:cBhvr>
                                    </p:animEffect>
                                  </p:childTnLst>
                                </p:cTn>
                              </p:par>
                              <p:par>
                                <p:cTn id="14" presetID="16" presetClass="entr" presetSubtype="37"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arn(outVertical)">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9" grpId="0" animBg="1"/>
      <p:bldP spid="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B561B-3258-7315-8A6D-18A3761410F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95226D77-0E2F-9563-5A06-164A9403DD5A}"/>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下步工作目标</a:t>
            </a:r>
          </a:p>
        </p:txBody>
      </p:sp>
      <p:sp>
        <p:nvSpPr>
          <p:cNvPr id="3" name="任意形状 2">
            <a:extLst>
              <a:ext uri="{FF2B5EF4-FFF2-40B4-BE49-F238E27FC236}">
                <a16:creationId xmlns:a16="http://schemas.microsoft.com/office/drawing/2014/main" id="{5C4E953E-328A-396D-A0EE-A8C6D1846D31}"/>
              </a:ext>
            </a:extLst>
          </p:cNvPr>
          <p:cNvSpPr/>
          <p:nvPr/>
        </p:nvSpPr>
        <p:spPr>
          <a:xfrm flipH="1">
            <a:off x="3729600" y="3269976"/>
            <a:ext cx="2454738" cy="758179"/>
          </a:xfrm>
          <a:custGeom>
            <a:avLst/>
            <a:gdLst>
              <a:gd name="connsiteX0" fmla="*/ 2074363 w 2597428"/>
              <a:gd name="connsiteY0" fmla="*/ 0 h 954158"/>
              <a:gd name="connsiteX1" fmla="*/ 1305340 w 2597428"/>
              <a:gd name="connsiteY1" fmla="*/ 0 h 954158"/>
              <a:gd name="connsiteX2" fmla="*/ 1292088 w 2597428"/>
              <a:gd name="connsiteY2" fmla="*/ 0 h 954158"/>
              <a:gd name="connsiteX3" fmla="*/ 523065 w 2597428"/>
              <a:gd name="connsiteY3" fmla="*/ 0 h 954158"/>
              <a:gd name="connsiteX4" fmla="*/ 482174 w 2597428"/>
              <a:gd name="connsiteY4" fmla="*/ 162052 h 954158"/>
              <a:gd name="connsiteX5" fmla="*/ 5603 w 2597428"/>
              <a:gd name="connsiteY5" fmla="*/ 946362 h 954158"/>
              <a:gd name="connsiteX6" fmla="*/ 947 w 2597428"/>
              <a:gd name="connsiteY6" fmla="*/ 950371 h 954158"/>
              <a:gd name="connsiteX7" fmla="*/ 0 w 2597428"/>
              <a:gd name="connsiteY7" fmla="*/ 954158 h 954158"/>
              <a:gd name="connsiteX8" fmla="*/ 1292088 w 2597428"/>
              <a:gd name="connsiteY8" fmla="*/ 954158 h 954158"/>
              <a:gd name="connsiteX9" fmla="*/ 1305340 w 2597428"/>
              <a:gd name="connsiteY9" fmla="*/ 954158 h 954158"/>
              <a:gd name="connsiteX10" fmla="*/ 2597428 w 2597428"/>
              <a:gd name="connsiteY10" fmla="*/ 954158 h 954158"/>
              <a:gd name="connsiteX11" fmla="*/ 2596481 w 2597428"/>
              <a:gd name="connsiteY11" fmla="*/ 950371 h 954158"/>
              <a:gd name="connsiteX12" fmla="*/ 2591825 w 2597428"/>
              <a:gd name="connsiteY12" fmla="*/ 946362 h 954158"/>
              <a:gd name="connsiteX13" fmla="*/ 2115254 w 2597428"/>
              <a:gd name="connsiteY13" fmla="*/ 162052 h 9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97428" h="954158">
                <a:moveTo>
                  <a:pt x="2074363" y="0"/>
                </a:moveTo>
                <a:lnTo>
                  <a:pt x="1305340" y="0"/>
                </a:lnTo>
                <a:lnTo>
                  <a:pt x="1292088" y="0"/>
                </a:lnTo>
                <a:lnTo>
                  <a:pt x="523065" y="0"/>
                </a:lnTo>
                <a:lnTo>
                  <a:pt x="482174" y="162052"/>
                </a:lnTo>
                <a:cubicBezTo>
                  <a:pt x="387538" y="471405"/>
                  <a:pt x="220975" y="741715"/>
                  <a:pt x="5603" y="946362"/>
                </a:cubicBezTo>
                <a:lnTo>
                  <a:pt x="947" y="950371"/>
                </a:lnTo>
                <a:lnTo>
                  <a:pt x="0" y="954158"/>
                </a:lnTo>
                <a:lnTo>
                  <a:pt x="1292088" y="954158"/>
                </a:lnTo>
                <a:lnTo>
                  <a:pt x="1305340" y="954158"/>
                </a:lnTo>
                <a:lnTo>
                  <a:pt x="2597428" y="954158"/>
                </a:lnTo>
                <a:lnTo>
                  <a:pt x="2596481" y="950371"/>
                </a:lnTo>
                <a:lnTo>
                  <a:pt x="2591825" y="946362"/>
                </a:lnTo>
                <a:cubicBezTo>
                  <a:pt x="2376453" y="741715"/>
                  <a:pt x="2209890" y="471405"/>
                  <a:pt x="2115254" y="162052"/>
                </a:cubicBezTo>
                <a:close/>
              </a:path>
            </a:pathLst>
          </a:custGeom>
          <a:gradFill>
            <a:gsLst>
              <a:gs pos="0">
                <a:schemeClr val="accent1">
                  <a:lumMod val="5000"/>
                  <a:lumOff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4" name="圆角矩形 3">
            <a:extLst>
              <a:ext uri="{FF2B5EF4-FFF2-40B4-BE49-F238E27FC236}">
                <a16:creationId xmlns:a16="http://schemas.microsoft.com/office/drawing/2014/main" id="{9FE7E1A0-6516-3766-A9F4-CBBDD9A4C347}"/>
              </a:ext>
            </a:extLst>
          </p:cNvPr>
          <p:cNvSpPr/>
          <p:nvPr/>
        </p:nvSpPr>
        <p:spPr>
          <a:xfrm>
            <a:off x="3863665" y="1929488"/>
            <a:ext cx="2186609" cy="431203"/>
          </a:xfrm>
          <a:prstGeom prst="roundRect">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4C869ED8-D38A-692B-9CA3-2248EC162DFB}"/>
              </a:ext>
            </a:extLst>
          </p:cNvPr>
          <p:cNvSpPr txBox="1"/>
          <p:nvPr/>
        </p:nvSpPr>
        <p:spPr>
          <a:xfrm>
            <a:off x="4043899" y="1975812"/>
            <a:ext cx="1826141" cy="338554"/>
          </a:xfrm>
          <a:prstGeom prst="rect">
            <a:avLst/>
          </a:prstGeom>
          <a:noFill/>
        </p:spPr>
        <p:txBody>
          <a:bodyPr wrap="none" rtlCol="0">
            <a:spAutoFit/>
          </a:bodyPr>
          <a:lstStyle/>
          <a:p>
            <a:r>
              <a:rPr kumimoji="1" lang="zh-CN" altLang="en-US" sz="1600" dirty="0">
                <a:solidFill>
                  <a:schemeClr val="bg1"/>
                </a:solidFill>
              </a:rPr>
              <a:t>项目内容标题文字</a:t>
            </a:r>
          </a:p>
        </p:txBody>
      </p:sp>
      <p:sp>
        <p:nvSpPr>
          <p:cNvPr id="6" name="文本框 5">
            <a:extLst>
              <a:ext uri="{FF2B5EF4-FFF2-40B4-BE49-F238E27FC236}">
                <a16:creationId xmlns:a16="http://schemas.microsoft.com/office/drawing/2014/main" id="{4275B761-E00D-8BE9-D316-014C575A210D}"/>
              </a:ext>
            </a:extLst>
          </p:cNvPr>
          <p:cNvSpPr txBox="1"/>
          <p:nvPr/>
        </p:nvSpPr>
        <p:spPr>
          <a:xfrm>
            <a:off x="4171337" y="2367259"/>
            <a:ext cx="1571264"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2300,00</a:t>
            </a:r>
            <a:endParaRPr kumimoji="1" lang="zh-CN" altLang="en-US" sz="2800" dirty="0">
              <a:solidFill>
                <a:schemeClr val="tx1">
                  <a:lumMod val="75000"/>
                  <a:lumOff val="25000"/>
                </a:schemeClr>
              </a:solidFill>
              <a:latin typeface="+mj-ea"/>
              <a:ea typeface="+mj-ea"/>
            </a:endParaRPr>
          </a:p>
        </p:txBody>
      </p:sp>
      <p:sp>
        <p:nvSpPr>
          <p:cNvPr id="7" name="文本框 6">
            <a:extLst>
              <a:ext uri="{FF2B5EF4-FFF2-40B4-BE49-F238E27FC236}">
                <a16:creationId xmlns:a16="http://schemas.microsoft.com/office/drawing/2014/main" id="{6B6C06D7-E308-09A3-D2CC-5B747D5A42CC}"/>
              </a:ext>
            </a:extLst>
          </p:cNvPr>
          <p:cNvSpPr txBox="1"/>
          <p:nvPr/>
        </p:nvSpPr>
        <p:spPr>
          <a:xfrm>
            <a:off x="4004625" y="2924107"/>
            <a:ext cx="1904689" cy="276999"/>
          </a:xfrm>
          <a:prstGeom prst="rect">
            <a:avLst/>
          </a:prstGeom>
          <a:noFill/>
        </p:spPr>
        <p:txBody>
          <a:bodyPr wrap="none" rtlCol="0">
            <a:spAutoFit/>
          </a:bodyPr>
          <a:lstStyle/>
          <a:p>
            <a:r>
              <a:rPr kumimoji="1" lang="zh-CN" altLang="en-US" sz="1200" dirty="0">
                <a:solidFill>
                  <a:schemeClr val="bg1">
                    <a:lumMod val="50000"/>
                  </a:schemeClr>
                </a:solidFill>
              </a:rPr>
              <a:t>请在此输入数据文字内容</a:t>
            </a:r>
          </a:p>
        </p:txBody>
      </p:sp>
      <p:sp>
        <p:nvSpPr>
          <p:cNvPr id="8" name="圆角矩形 7">
            <a:extLst>
              <a:ext uri="{FF2B5EF4-FFF2-40B4-BE49-F238E27FC236}">
                <a16:creationId xmlns:a16="http://schemas.microsoft.com/office/drawing/2014/main" id="{4FB65EC5-646C-FBF7-1742-575CC0CC988E}"/>
              </a:ext>
            </a:extLst>
          </p:cNvPr>
          <p:cNvSpPr/>
          <p:nvPr/>
        </p:nvSpPr>
        <p:spPr>
          <a:xfrm>
            <a:off x="3729600" y="4110392"/>
            <a:ext cx="1220742" cy="1463350"/>
          </a:xfrm>
          <a:prstGeom prst="roundRect">
            <a:avLst>
              <a:gd name="adj" fmla="val 6897"/>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a:extLst>
              <a:ext uri="{FF2B5EF4-FFF2-40B4-BE49-F238E27FC236}">
                <a16:creationId xmlns:a16="http://schemas.microsoft.com/office/drawing/2014/main" id="{C02F259C-6E7A-0520-63FF-A58024E41346}"/>
              </a:ext>
            </a:extLst>
          </p:cNvPr>
          <p:cNvSpPr txBox="1"/>
          <p:nvPr/>
        </p:nvSpPr>
        <p:spPr>
          <a:xfrm>
            <a:off x="3829255" y="4143112"/>
            <a:ext cx="1021433"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CASE-01</a:t>
            </a:r>
            <a:endParaRPr kumimoji="1" lang="zh-CN" altLang="en-US" sz="1600" dirty="0">
              <a:solidFill>
                <a:schemeClr val="tx1">
                  <a:lumMod val="75000"/>
                  <a:lumOff val="25000"/>
                </a:schemeClr>
              </a:solidFill>
              <a:latin typeface="+mj-ea"/>
              <a:ea typeface="+mj-ea"/>
            </a:endParaRPr>
          </a:p>
        </p:txBody>
      </p:sp>
      <p:cxnSp>
        <p:nvCxnSpPr>
          <p:cNvPr id="10" name="直线连接符 9">
            <a:extLst>
              <a:ext uri="{FF2B5EF4-FFF2-40B4-BE49-F238E27FC236}">
                <a16:creationId xmlns:a16="http://schemas.microsoft.com/office/drawing/2014/main" id="{0FAE73E9-48DB-8C04-8E7D-324A6BE8A3AB}"/>
              </a:ext>
            </a:extLst>
          </p:cNvPr>
          <p:cNvCxnSpPr>
            <a:cxnSpLocks/>
          </p:cNvCxnSpPr>
          <p:nvPr/>
        </p:nvCxnSpPr>
        <p:spPr>
          <a:xfrm>
            <a:off x="3902650" y="4514173"/>
            <a:ext cx="87464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圆角矩形 10">
            <a:extLst>
              <a:ext uri="{FF2B5EF4-FFF2-40B4-BE49-F238E27FC236}">
                <a16:creationId xmlns:a16="http://schemas.microsoft.com/office/drawing/2014/main" id="{6AFA2FF3-DA9D-C372-39DE-8E1B6EFE9C8F}"/>
              </a:ext>
            </a:extLst>
          </p:cNvPr>
          <p:cNvSpPr/>
          <p:nvPr/>
        </p:nvSpPr>
        <p:spPr>
          <a:xfrm>
            <a:off x="5049997" y="4110392"/>
            <a:ext cx="1220742" cy="1463350"/>
          </a:xfrm>
          <a:prstGeom prst="roundRect">
            <a:avLst>
              <a:gd name="adj" fmla="val 6897"/>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C83980F2-4643-933D-7E7B-5F5508F9F373}"/>
              </a:ext>
            </a:extLst>
          </p:cNvPr>
          <p:cNvSpPr txBox="1"/>
          <p:nvPr/>
        </p:nvSpPr>
        <p:spPr>
          <a:xfrm>
            <a:off x="5149652" y="4143112"/>
            <a:ext cx="1021433"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CASE-02</a:t>
            </a:r>
            <a:endParaRPr kumimoji="1" lang="zh-CN" altLang="en-US" sz="1600" dirty="0">
              <a:solidFill>
                <a:schemeClr val="tx1">
                  <a:lumMod val="75000"/>
                  <a:lumOff val="25000"/>
                </a:schemeClr>
              </a:solidFill>
              <a:latin typeface="+mj-ea"/>
              <a:ea typeface="+mj-ea"/>
            </a:endParaRPr>
          </a:p>
        </p:txBody>
      </p:sp>
      <p:cxnSp>
        <p:nvCxnSpPr>
          <p:cNvPr id="13" name="直线连接符 12">
            <a:extLst>
              <a:ext uri="{FF2B5EF4-FFF2-40B4-BE49-F238E27FC236}">
                <a16:creationId xmlns:a16="http://schemas.microsoft.com/office/drawing/2014/main" id="{427131D0-E624-EFBC-6449-C556E7CCD24F}"/>
              </a:ext>
            </a:extLst>
          </p:cNvPr>
          <p:cNvCxnSpPr>
            <a:cxnSpLocks/>
          </p:cNvCxnSpPr>
          <p:nvPr/>
        </p:nvCxnSpPr>
        <p:spPr>
          <a:xfrm>
            <a:off x="5223047" y="4514173"/>
            <a:ext cx="87464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7EFB8A6B-85F1-FBD4-111C-5C2F38CC1550}"/>
              </a:ext>
            </a:extLst>
          </p:cNvPr>
          <p:cNvSpPr txBox="1"/>
          <p:nvPr/>
        </p:nvSpPr>
        <p:spPr>
          <a:xfrm>
            <a:off x="3876146" y="4494918"/>
            <a:ext cx="990977"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n-ea"/>
              </a:rPr>
              <a:t>15</a:t>
            </a:r>
            <a:r>
              <a:rPr kumimoji="1" lang="en-US" altLang="zh-CN" sz="2000" dirty="0">
                <a:solidFill>
                  <a:schemeClr val="tx1">
                    <a:lumMod val="75000"/>
                    <a:lumOff val="25000"/>
                  </a:schemeClr>
                </a:solidFill>
                <a:latin typeface="+mn-ea"/>
              </a:rPr>
              <a:t>%</a:t>
            </a:r>
            <a:endParaRPr kumimoji="1" lang="zh-CN" altLang="en-US" sz="4400" dirty="0">
              <a:solidFill>
                <a:schemeClr val="tx1">
                  <a:lumMod val="75000"/>
                  <a:lumOff val="25000"/>
                </a:schemeClr>
              </a:solidFill>
              <a:latin typeface="+mn-ea"/>
            </a:endParaRPr>
          </a:p>
        </p:txBody>
      </p:sp>
      <p:sp>
        <p:nvSpPr>
          <p:cNvPr id="15" name="文本框 14">
            <a:extLst>
              <a:ext uri="{FF2B5EF4-FFF2-40B4-BE49-F238E27FC236}">
                <a16:creationId xmlns:a16="http://schemas.microsoft.com/office/drawing/2014/main" id="{D4AC41D7-C1B8-6265-05F9-B46C3FCDC79E}"/>
              </a:ext>
            </a:extLst>
          </p:cNvPr>
          <p:cNvSpPr txBox="1"/>
          <p:nvPr/>
        </p:nvSpPr>
        <p:spPr>
          <a:xfrm>
            <a:off x="5149652" y="4494918"/>
            <a:ext cx="990977"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n-ea"/>
              </a:rPr>
              <a:t>22</a:t>
            </a:r>
            <a:r>
              <a:rPr kumimoji="1" lang="en-US" altLang="zh-CN" sz="2000" dirty="0">
                <a:solidFill>
                  <a:schemeClr val="tx1">
                    <a:lumMod val="75000"/>
                    <a:lumOff val="25000"/>
                  </a:schemeClr>
                </a:solidFill>
                <a:latin typeface="+mn-ea"/>
              </a:rPr>
              <a:t>%</a:t>
            </a:r>
            <a:endParaRPr kumimoji="1" lang="zh-CN" altLang="en-US" sz="4400" dirty="0">
              <a:solidFill>
                <a:schemeClr val="tx1">
                  <a:lumMod val="75000"/>
                  <a:lumOff val="25000"/>
                </a:schemeClr>
              </a:solidFill>
              <a:latin typeface="+mn-ea"/>
            </a:endParaRPr>
          </a:p>
        </p:txBody>
      </p:sp>
      <p:sp>
        <p:nvSpPr>
          <p:cNvPr id="16" name="文本框 15">
            <a:extLst>
              <a:ext uri="{FF2B5EF4-FFF2-40B4-BE49-F238E27FC236}">
                <a16:creationId xmlns:a16="http://schemas.microsoft.com/office/drawing/2014/main" id="{28A490C9-D170-629B-E2DB-8769EDEFE174}"/>
              </a:ext>
            </a:extLst>
          </p:cNvPr>
          <p:cNvSpPr txBox="1"/>
          <p:nvPr/>
        </p:nvSpPr>
        <p:spPr>
          <a:xfrm>
            <a:off x="3803258" y="5129706"/>
            <a:ext cx="1046922" cy="365613"/>
          </a:xfrm>
          <a:prstGeom prst="rect">
            <a:avLst/>
          </a:prstGeom>
          <a:noFill/>
          <a:effectLst/>
        </p:spPr>
        <p:txBody>
          <a:bodyPr wrap="square" rtlCol="0">
            <a:spAutoFit/>
          </a:bodyPr>
          <a:lstStyle/>
          <a:p>
            <a:pPr algn="ctr">
              <a:lnSpc>
                <a:spcPct val="120000"/>
              </a:lnSpc>
            </a:pPr>
            <a:r>
              <a:rPr lang="en-US" altLang="zh-CN" sz="800" dirty="0">
                <a:solidFill>
                  <a:schemeClr val="bg1">
                    <a:lumMod val="50000"/>
                  </a:schemeClr>
                </a:solidFill>
                <a:latin typeface="+mn-ea"/>
                <a:cs typeface="+mn-ea"/>
                <a:sym typeface="+mn-lt"/>
              </a:rPr>
              <a:t>BUSINESS</a:t>
            </a:r>
            <a:r>
              <a:rPr lang="zh-CN" altLang="en-US" sz="800" dirty="0">
                <a:solidFill>
                  <a:schemeClr val="bg1">
                    <a:lumMod val="50000"/>
                  </a:schemeClr>
                </a:solidFill>
                <a:latin typeface="+mn-ea"/>
                <a:cs typeface="+mn-ea"/>
                <a:sym typeface="+mn-lt"/>
              </a:rPr>
              <a:t>  </a:t>
            </a:r>
            <a:r>
              <a:rPr lang="en-US" altLang="zh-CN" sz="800" dirty="0">
                <a:solidFill>
                  <a:schemeClr val="bg1">
                    <a:lumMod val="50000"/>
                  </a:schemeClr>
                </a:solidFill>
                <a:latin typeface="+mn-ea"/>
                <a:cs typeface="+mn-ea"/>
                <a:sym typeface="+mn-lt"/>
              </a:rPr>
              <a:t>WORK</a:t>
            </a:r>
          </a:p>
          <a:p>
            <a:pPr algn="ctr">
              <a:lnSpc>
                <a:spcPct val="120000"/>
              </a:lnSpc>
            </a:pPr>
            <a:r>
              <a:rPr lang="en-US" altLang="zh-CN" sz="800" dirty="0">
                <a:solidFill>
                  <a:schemeClr val="bg1">
                    <a:lumMod val="50000"/>
                  </a:schemeClr>
                </a:solidFill>
                <a:latin typeface="+mn-ea"/>
                <a:cs typeface="+mn-ea"/>
                <a:sym typeface="+mn-lt"/>
              </a:rPr>
              <a:t>SUMMARY</a:t>
            </a:r>
          </a:p>
        </p:txBody>
      </p:sp>
      <p:sp>
        <p:nvSpPr>
          <p:cNvPr id="17" name="文本框 16">
            <a:extLst>
              <a:ext uri="{FF2B5EF4-FFF2-40B4-BE49-F238E27FC236}">
                <a16:creationId xmlns:a16="http://schemas.microsoft.com/office/drawing/2014/main" id="{04E6B0D6-2EF9-BCC9-E395-2F6E2A1B04D9}"/>
              </a:ext>
            </a:extLst>
          </p:cNvPr>
          <p:cNvSpPr txBox="1"/>
          <p:nvPr/>
        </p:nvSpPr>
        <p:spPr>
          <a:xfrm>
            <a:off x="5093707" y="5129705"/>
            <a:ext cx="1046922" cy="365613"/>
          </a:xfrm>
          <a:prstGeom prst="rect">
            <a:avLst/>
          </a:prstGeom>
          <a:noFill/>
          <a:effectLst/>
        </p:spPr>
        <p:txBody>
          <a:bodyPr wrap="square" rtlCol="0">
            <a:spAutoFit/>
          </a:bodyPr>
          <a:lstStyle/>
          <a:p>
            <a:pPr algn="ctr">
              <a:lnSpc>
                <a:spcPct val="120000"/>
              </a:lnSpc>
            </a:pPr>
            <a:r>
              <a:rPr lang="en-US" altLang="zh-CN" sz="800" dirty="0">
                <a:solidFill>
                  <a:schemeClr val="bg1">
                    <a:lumMod val="50000"/>
                  </a:schemeClr>
                </a:solidFill>
                <a:latin typeface="+mn-ea"/>
                <a:cs typeface="+mn-ea"/>
                <a:sym typeface="+mn-lt"/>
              </a:rPr>
              <a:t>BUSINESS</a:t>
            </a:r>
            <a:r>
              <a:rPr lang="zh-CN" altLang="en-US" sz="800" dirty="0">
                <a:solidFill>
                  <a:schemeClr val="bg1">
                    <a:lumMod val="50000"/>
                  </a:schemeClr>
                </a:solidFill>
                <a:latin typeface="+mn-ea"/>
                <a:cs typeface="+mn-ea"/>
                <a:sym typeface="+mn-lt"/>
              </a:rPr>
              <a:t>  </a:t>
            </a:r>
            <a:r>
              <a:rPr lang="en-US" altLang="zh-CN" sz="800" dirty="0">
                <a:solidFill>
                  <a:schemeClr val="bg1">
                    <a:lumMod val="50000"/>
                  </a:schemeClr>
                </a:solidFill>
                <a:latin typeface="+mn-ea"/>
                <a:cs typeface="+mn-ea"/>
                <a:sym typeface="+mn-lt"/>
              </a:rPr>
              <a:t>WORK</a:t>
            </a:r>
          </a:p>
          <a:p>
            <a:pPr algn="ctr">
              <a:lnSpc>
                <a:spcPct val="120000"/>
              </a:lnSpc>
            </a:pPr>
            <a:r>
              <a:rPr lang="en-US" altLang="zh-CN" sz="800" dirty="0">
                <a:solidFill>
                  <a:schemeClr val="bg1">
                    <a:lumMod val="50000"/>
                  </a:schemeClr>
                </a:solidFill>
                <a:latin typeface="+mn-ea"/>
                <a:cs typeface="+mn-ea"/>
                <a:sym typeface="+mn-lt"/>
              </a:rPr>
              <a:t>SUMMARY</a:t>
            </a:r>
          </a:p>
        </p:txBody>
      </p:sp>
      <p:sp>
        <p:nvSpPr>
          <p:cNvPr id="18" name="任意形状 17">
            <a:extLst>
              <a:ext uri="{FF2B5EF4-FFF2-40B4-BE49-F238E27FC236}">
                <a16:creationId xmlns:a16="http://schemas.microsoft.com/office/drawing/2014/main" id="{E678F108-E83B-FFDE-40F5-C9976B3F400C}"/>
              </a:ext>
            </a:extLst>
          </p:cNvPr>
          <p:cNvSpPr/>
          <p:nvPr/>
        </p:nvSpPr>
        <p:spPr>
          <a:xfrm flipH="1">
            <a:off x="6399914" y="3269976"/>
            <a:ext cx="2454738" cy="758179"/>
          </a:xfrm>
          <a:custGeom>
            <a:avLst/>
            <a:gdLst>
              <a:gd name="connsiteX0" fmla="*/ 2074363 w 2597428"/>
              <a:gd name="connsiteY0" fmla="*/ 0 h 954158"/>
              <a:gd name="connsiteX1" fmla="*/ 1305340 w 2597428"/>
              <a:gd name="connsiteY1" fmla="*/ 0 h 954158"/>
              <a:gd name="connsiteX2" fmla="*/ 1292088 w 2597428"/>
              <a:gd name="connsiteY2" fmla="*/ 0 h 954158"/>
              <a:gd name="connsiteX3" fmla="*/ 523065 w 2597428"/>
              <a:gd name="connsiteY3" fmla="*/ 0 h 954158"/>
              <a:gd name="connsiteX4" fmla="*/ 482174 w 2597428"/>
              <a:gd name="connsiteY4" fmla="*/ 162052 h 954158"/>
              <a:gd name="connsiteX5" fmla="*/ 5603 w 2597428"/>
              <a:gd name="connsiteY5" fmla="*/ 946362 h 954158"/>
              <a:gd name="connsiteX6" fmla="*/ 947 w 2597428"/>
              <a:gd name="connsiteY6" fmla="*/ 950371 h 954158"/>
              <a:gd name="connsiteX7" fmla="*/ 0 w 2597428"/>
              <a:gd name="connsiteY7" fmla="*/ 954158 h 954158"/>
              <a:gd name="connsiteX8" fmla="*/ 1292088 w 2597428"/>
              <a:gd name="connsiteY8" fmla="*/ 954158 h 954158"/>
              <a:gd name="connsiteX9" fmla="*/ 1305340 w 2597428"/>
              <a:gd name="connsiteY9" fmla="*/ 954158 h 954158"/>
              <a:gd name="connsiteX10" fmla="*/ 2597428 w 2597428"/>
              <a:gd name="connsiteY10" fmla="*/ 954158 h 954158"/>
              <a:gd name="connsiteX11" fmla="*/ 2596481 w 2597428"/>
              <a:gd name="connsiteY11" fmla="*/ 950371 h 954158"/>
              <a:gd name="connsiteX12" fmla="*/ 2591825 w 2597428"/>
              <a:gd name="connsiteY12" fmla="*/ 946362 h 954158"/>
              <a:gd name="connsiteX13" fmla="*/ 2115254 w 2597428"/>
              <a:gd name="connsiteY13" fmla="*/ 162052 h 9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97428" h="954158">
                <a:moveTo>
                  <a:pt x="2074363" y="0"/>
                </a:moveTo>
                <a:lnTo>
                  <a:pt x="1305340" y="0"/>
                </a:lnTo>
                <a:lnTo>
                  <a:pt x="1292088" y="0"/>
                </a:lnTo>
                <a:lnTo>
                  <a:pt x="523065" y="0"/>
                </a:lnTo>
                <a:lnTo>
                  <a:pt x="482174" y="162052"/>
                </a:lnTo>
                <a:cubicBezTo>
                  <a:pt x="387538" y="471405"/>
                  <a:pt x="220975" y="741715"/>
                  <a:pt x="5603" y="946362"/>
                </a:cubicBezTo>
                <a:lnTo>
                  <a:pt x="947" y="950371"/>
                </a:lnTo>
                <a:lnTo>
                  <a:pt x="0" y="954158"/>
                </a:lnTo>
                <a:lnTo>
                  <a:pt x="1292088" y="954158"/>
                </a:lnTo>
                <a:lnTo>
                  <a:pt x="1305340" y="954158"/>
                </a:lnTo>
                <a:lnTo>
                  <a:pt x="2597428" y="954158"/>
                </a:lnTo>
                <a:lnTo>
                  <a:pt x="2596481" y="950371"/>
                </a:lnTo>
                <a:lnTo>
                  <a:pt x="2591825" y="946362"/>
                </a:lnTo>
                <a:cubicBezTo>
                  <a:pt x="2376453" y="741715"/>
                  <a:pt x="2209890" y="471405"/>
                  <a:pt x="2115254" y="162052"/>
                </a:cubicBezTo>
                <a:close/>
              </a:path>
            </a:pathLst>
          </a:custGeom>
          <a:gradFill>
            <a:gsLst>
              <a:gs pos="0">
                <a:schemeClr val="accent1">
                  <a:lumMod val="5000"/>
                  <a:lumOff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19" name="圆角矩形 18">
            <a:extLst>
              <a:ext uri="{FF2B5EF4-FFF2-40B4-BE49-F238E27FC236}">
                <a16:creationId xmlns:a16="http://schemas.microsoft.com/office/drawing/2014/main" id="{4B03140E-AB84-AE5D-4840-2948B608ADA5}"/>
              </a:ext>
            </a:extLst>
          </p:cNvPr>
          <p:cNvSpPr/>
          <p:nvPr/>
        </p:nvSpPr>
        <p:spPr>
          <a:xfrm>
            <a:off x="6533979" y="1929488"/>
            <a:ext cx="2186609" cy="431203"/>
          </a:xfrm>
          <a:prstGeom prst="roundRect">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文本框 19">
            <a:extLst>
              <a:ext uri="{FF2B5EF4-FFF2-40B4-BE49-F238E27FC236}">
                <a16:creationId xmlns:a16="http://schemas.microsoft.com/office/drawing/2014/main" id="{D313E392-D09C-E0A7-0A03-55B1DBF2925A}"/>
              </a:ext>
            </a:extLst>
          </p:cNvPr>
          <p:cNvSpPr txBox="1"/>
          <p:nvPr/>
        </p:nvSpPr>
        <p:spPr>
          <a:xfrm>
            <a:off x="6714213" y="1975812"/>
            <a:ext cx="1826141" cy="338554"/>
          </a:xfrm>
          <a:prstGeom prst="rect">
            <a:avLst/>
          </a:prstGeom>
          <a:noFill/>
        </p:spPr>
        <p:txBody>
          <a:bodyPr wrap="none" rtlCol="0">
            <a:spAutoFit/>
          </a:bodyPr>
          <a:lstStyle/>
          <a:p>
            <a:r>
              <a:rPr kumimoji="1" lang="zh-CN" altLang="en-US" sz="1600" dirty="0">
                <a:solidFill>
                  <a:schemeClr val="bg1"/>
                </a:solidFill>
              </a:rPr>
              <a:t>项目内容标题文字</a:t>
            </a:r>
          </a:p>
        </p:txBody>
      </p:sp>
      <p:sp>
        <p:nvSpPr>
          <p:cNvPr id="21" name="文本框 20">
            <a:extLst>
              <a:ext uri="{FF2B5EF4-FFF2-40B4-BE49-F238E27FC236}">
                <a16:creationId xmlns:a16="http://schemas.microsoft.com/office/drawing/2014/main" id="{23E39B9A-208D-1523-0796-5FC7D6FF157E}"/>
              </a:ext>
            </a:extLst>
          </p:cNvPr>
          <p:cNvSpPr txBox="1"/>
          <p:nvPr/>
        </p:nvSpPr>
        <p:spPr>
          <a:xfrm>
            <a:off x="6841651" y="2367259"/>
            <a:ext cx="1571264"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1700,00</a:t>
            </a:r>
            <a:endParaRPr kumimoji="1" lang="zh-CN" altLang="en-US" sz="2800" dirty="0">
              <a:solidFill>
                <a:schemeClr val="tx1">
                  <a:lumMod val="75000"/>
                  <a:lumOff val="25000"/>
                </a:schemeClr>
              </a:solidFill>
              <a:latin typeface="+mj-ea"/>
              <a:ea typeface="+mj-ea"/>
            </a:endParaRPr>
          </a:p>
        </p:txBody>
      </p:sp>
      <p:sp>
        <p:nvSpPr>
          <p:cNvPr id="22" name="文本框 21">
            <a:extLst>
              <a:ext uri="{FF2B5EF4-FFF2-40B4-BE49-F238E27FC236}">
                <a16:creationId xmlns:a16="http://schemas.microsoft.com/office/drawing/2014/main" id="{10A995F8-C5A4-3C18-0ECD-64814AB0060D}"/>
              </a:ext>
            </a:extLst>
          </p:cNvPr>
          <p:cNvSpPr txBox="1"/>
          <p:nvPr/>
        </p:nvSpPr>
        <p:spPr>
          <a:xfrm>
            <a:off x="6674939" y="2924107"/>
            <a:ext cx="1904689" cy="276999"/>
          </a:xfrm>
          <a:prstGeom prst="rect">
            <a:avLst/>
          </a:prstGeom>
          <a:noFill/>
        </p:spPr>
        <p:txBody>
          <a:bodyPr wrap="none" rtlCol="0">
            <a:spAutoFit/>
          </a:bodyPr>
          <a:lstStyle/>
          <a:p>
            <a:r>
              <a:rPr kumimoji="1" lang="zh-CN" altLang="en-US" sz="1200" dirty="0">
                <a:solidFill>
                  <a:schemeClr val="bg1">
                    <a:lumMod val="50000"/>
                  </a:schemeClr>
                </a:solidFill>
              </a:rPr>
              <a:t>请在此输入数据文字内容</a:t>
            </a:r>
          </a:p>
        </p:txBody>
      </p:sp>
      <p:sp>
        <p:nvSpPr>
          <p:cNvPr id="23" name="圆角矩形 22">
            <a:extLst>
              <a:ext uri="{FF2B5EF4-FFF2-40B4-BE49-F238E27FC236}">
                <a16:creationId xmlns:a16="http://schemas.microsoft.com/office/drawing/2014/main" id="{D838B67B-25FE-6EBE-C41E-B952236A97F3}"/>
              </a:ext>
            </a:extLst>
          </p:cNvPr>
          <p:cNvSpPr/>
          <p:nvPr/>
        </p:nvSpPr>
        <p:spPr>
          <a:xfrm>
            <a:off x="6399914" y="4110392"/>
            <a:ext cx="1220742" cy="1463350"/>
          </a:xfrm>
          <a:prstGeom prst="roundRect">
            <a:avLst>
              <a:gd name="adj" fmla="val 6897"/>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4" name="文本框 23">
            <a:extLst>
              <a:ext uri="{FF2B5EF4-FFF2-40B4-BE49-F238E27FC236}">
                <a16:creationId xmlns:a16="http://schemas.microsoft.com/office/drawing/2014/main" id="{2C17D893-819A-2870-B7EB-A0B59E3E163F}"/>
              </a:ext>
            </a:extLst>
          </p:cNvPr>
          <p:cNvSpPr txBox="1"/>
          <p:nvPr/>
        </p:nvSpPr>
        <p:spPr>
          <a:xfrm>
            <a:off x="6499569" y="4143112"/>
            <a:ext cx="1021433"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CASE-01</a:t>
            </a:r>
            <a:endParaRPr kumimoji="1" lang="zh-CN" altLang="en-US" sz="1600" dirty="0">
              <a:solidFill>
                <a:schemeClr val="tx1">
                  <a:lumMod val="75000"/>
                  <a:lumOff val="25000"/>
                </a:schemeClr>
              </a:solidFill>
              <a:latin typeface="+mj-ea"/>
              <a:ea typeface="+mj-ea"/>
            </a:endParaRPr>
          </a:p>
        </p:txBody>
      </p:sp>
      <p:cxnSp>
        <p:nvCxnSpPr>
          <p:cNvPr id="25" name="直线连接符 24">
            <a:extLst>
              <a:ext uri="{FF2B5EF4-FFF2-40B4-BE49-F238E27FC236}">
                <a16:creationId xmlns:a16="http://schemas.microsoft.com/office/drawing/2014/main" id="{D2973C3A-415A-8185-CF07-1F04ABE5F180}"/>
              </a:ext>
            </a:extLst>
          </p:cNvPr>
          <p:cNvCxnSpPr>
            <a:cxnSpLocks/>
          </p:cNvCxnSpPr>
          <p:nvPr/>
        </p:nvCxnSpPr>
        <p:spPr>
          <a:xfrm>
            <a:off x="6572964" y="4514173"/>
            <a:ext cx="87464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6" name="圆角矩形 25">
            <a:extLst>
              <a:ext uri="{FF2B5EF4-FFF2-40B4-BE49-F238E27FC236}">
                <a16:creationId xmlns:a16="http://schemas.microsoft.com/office/drawing/2014/main" id="{3AD63711-8684-E057-22A3-C3F48210A49C}"/>
              </a:ext>
            </a:extLst>
          </p:cNvPr>
          <p:cNvSpPr/>
          <p:nvPr/>
        </p:nvSpPr>
        <p:spPr>
          <a:xfrm>
            <a:off x="7720311" y="4110392"/>
            <a:ext cx="1220742" cy="1463350"/>
          </a:xfrm>
          <a:prstGeom prst="roundRect">
            <a:avLst>
              <a:gd name="adj" fmla="val 6897"/>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a:extLst>
              <a:ext uri="{FF2B5EF4-FFF2-40B4-BE49-F238E27FC236}">
                <a16:creationId xmlns:a16="http://schemas.microsoft.com/office/drawing/2014/main" id="{4326745D-7221-4F2A-E1CB-C66E7BAABADF}"/>
              </a:ext>
            </a:extLst>
          </p:cNvPr>
          <p:cNvSpPr txBox="1"/>
          <p:nvPr/>
        </p:nvSpPr>
        <p:spPr>
          <a:xfrm>
            <a:off x="7819966" y="4143112"/>
            <a:ext cx="1021433"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CASE-02</a:t>
            </a:r>
            <a:endParaRPr kumimoji="1" lang="zh-CN" altLang="en-US" sz="1600" dirty="0">
              <a:solidFill>
                <a:schemeClr val="tx1">
                  <a:lumMod val="75000"/>
                  <a:lumOff val="25000"/>
                </a:schemeClr>
              </a:solidFill>
              <a:latin typeface="+mj-ea"/>
              <a:ea typeface="+mj-ea"/>
            </a:endParaRPr>
          </a:p>
        </p:txBody>
      </p:sp>
      <p:cxnSp>
        <p:nvCxnSpPr>
          <p:cNvPr id="28" name="直线连接符 27">
            <a:extLst>
              <a:ext uri="{FF2B5EF4-FFF2-40B4-BE49-F238E27FC236}">
                <a16:creationId xmlns:a16="http://schemas.microsoft.com/office/drawing/2014/main" id="{5D66756D-79B3-7B96-8376-69CFFE0DDC9F}"/>
              </a:ext>
            </a:extLst>
          </p:cNvPr>
          <p:cNvCxnSpPr>
            <a:cxnSpLocks/>
          </p:cNvCxnSpPr>
          <p:nvPr/>
        </p:nvCxnSpPr>
        <p:spPr>
          <a:xfrm>
            <a:off x="7893361" y="4514173"/>
            <a:ext cx="87464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9" name="文本框 28">
            <a:extLst>
              <a:ext uri="{FF2B5EF4-FFF2-40B4-BE49-F238E27FC236}">
                <a16:creationId xmlns:a16="http://schemas.microsoft.com/office/drawing/2014/main" id="{489E9BD8-6ADE-2BFC-E439-8E26B85E9D2C}"/>
              </a:ext>
            </a:extLst>
          </p:cNvPr>
          <p:cNvSpPr txBox="1"/>
          <p:nvPr/>
        </p:nvSpPr>
        <p:spPr>
          <a:xfrm>
            <a:off x="6546460" y="4494918"/>
            <a:ext cx="990977"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n-ea"/>
              </a:rPr>
              <a:t>35</a:t>
            </a:r>
            <a:r>
              <a:rPr kumimoji="1" lang="en-US" altLang="zh-CN" sz="2000" dirty="0">
                <a:solidFill>
                  <a:schemeClr val="tx1">
                    <a:lumMod val="75000"/>
                    <a:lumOff val="25000"/>
                  </a:schemeClr>
                </a:solidFill>
                <a:latin typeface="+mn-ea"/>
              </a:rPr>
              <a:t>%</a:t>
            </a:r>
            <a:endParaRPr kumimoji="1" lang="zh-CN" altLang="en-US" sz="4400" dirty="0">
              <a:solidFill>
                <a:schemeClr val="tx1">
                  <a:lumMod val="75000"/>
                  <a:lumOff val="25000"/>
                </a:schemeClr>
              </a:solidFill>
              <a:latin typeface="+mn-ea"/>
            </a:endParaRPr>
          </a:p>
        </p:txBody>
      </p:sp>
      <p:sp>
        <p:nvSpPr>
          <p:cNvPr id="30" name="文本框 29">
            <a:extLst>
              <a:ext uri="{FF2B5EF4-FFF2-40B4-BE49-F238E27FC236}">
                <a16:creationId xmlns:a16="http://schemas.microsoft.com/office/drawing/2014/main" id="{0331D177-FE46-F0F5-0070-D2397CD34174}"/>
              </a:ext>
            </a:extLst>
          </p:cNvPr>
          <p:cNvSpPr txBox="1"/>
          <p:nvPr/>
        </p:nvSpPr>
        <p:spPr>
          <a:xfrm>
            <a:off x="7819966" y="4494918"/>
            <a:ext cx="990977"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n-ea"/>
              </a:rPr>
              <a:t>82</a:t>
            </a:r>
            <a:r>
              <a:rPr kumimoji="1" lang="en-US" altLang="zh-CN" sz="2000" dirty="0">
                <a:solidFill>
                  <a:schemeClr val="tx1">
                    <a:lumMod val="75000"/>
                    <a:lumOff val="25000"/>
                  </a:schemeClr>
                </a:solidFill>
                <a:latin typeface="+mn-ea"/>
              </a:rPr>
              <a:t>%</a:t>
            </a:r>
            <a:endParaRPr kumimoji="1" lang="zh-CN" altLang="en-US" sz="4400" dirty="0">
              <a:solidFill>
                <a:schemeClr val="tx1">
                  <a:lumMod val="75000"/>
                  <a:lumOff val="25000"/>
                </a:schemeClr>
              </a:solidFill>
              <a:latin typeface="+mn-ea"/>
            </a:endParaRPr>
          </a:p>
        </p:txBody>
      </p:sp>
      <p:sp>
        <p:nvSpPr>
          <p:cNvPr id="31" name="文本框 30">
            <a:extLst>
              <a:ext uri="{FF2B5EF4-FFF2-40B4-BE49-F238E27FC236}">
                <a16:creationId xmlns:a16="http://schemas.microsoft.com/office/drawing/2014/main" id="{035478F0-EB4F-8DF7-049B-7163DF3F5ACC}"/>
              </a:ext>
            </a:extLst>
          </p:cNvPr>
          <p:cNvSpPr txBox="1"/>
          <p:nvPr/>
        </p:nvSpPr>
        <p:spPr>
          <a:xfrm>
            <a:off x="6473572" y="5129706"/>
            <a:ext cx="1046922" cy="365613"/>
          </a:xfrm>
          <a:prstGeom prst="rect">
            <a:avLst/>
          </a:prstGeom>
          <a:noFill/>
          <a:effectLst/>
        </p:spPr>
        <p:txBody>
          <a:bodyPr wrap="square" rtlCol="0">
            <a:spAutoFit/>
          </a:bodyPr>
          <a:lstStyle/>
          <a:p>
            <a:pPr algn="ctr">
              <a:lnSpc>
                <a:spcPct val="120000"/>
              </a:lnSpc>
            </a:pPr>
            <a:r>
              <a:rPr lang="en-US" altLang="zh-CN" sz="800" dirty="0">
                <a:solidFill>
                  <a:schemeClr val="bg1">
                    <a:lumMod val="50000"/>
                  </a:schemeClr>
                </a:solidFill>
                <a:latin typeface="+mn-ea"/>
                <a:cs typeface="+mn-ea"/>
                <a:sym typeface="+mn-lt"/>
              </a:rPr>
              <a:t>BUSINESS</a:t>
            </a:r>
            <a:r>
              <a:rPr lang="zh-CN" altLang="en-US" sz="800" dirty="0">
                <a:solidFill>
                  <a:schemeClr val="bg1">
                    <a:lumMod val="50000"/>
                  </a:schemeClr>
                </a:solidFill>
                <a:latin typeface="+mn-ea"/>
                <a:cs typeface="+mn-ea"/>
                <a:sym typeface="+mn-lt"/>
              </a:rPr>
              <a:t>  </a:t>
            </a:r>
            <a:r>
              <a:rPr lang="en-US" altLang="zh-CN" sz="800" dirty="0">
                <a:solidFill>
                  <a:schemeClr val="bg1">
                    <a:lumMod val="50000"/>
                  </a:schemeClr>
                </a:solidFill>
                <a:latin typeface="+mn-ea"/>
                <a:cs typeface="+mn-ea"/>
                <a:sym typeface="+mn-lt"/>
              </a:rPr>
              <a:t>WORK</a:t>
            </a:r>
          </a:p>
          <a:p>
            <a:pPr algn="ctr">
              <a:lnSpc>
                <a:spcPct val="120000"/>
              </a:lnSpc>
            </a:pPr>
            <a:r>
              <a:rPr lang="en-US" altLang="zh-CN" sz="800" dirty="0">
                <a:solidFill>
                  <a:schemeClr val="bg1">
                    <a:lumMod val="50000"/>
                  </a:schemeClr>
                </a:solidFill>
                <a:latin typeface="+mn-ea"/>
                <a:cs typeface="+mn-ea"/>
                <a:sym typeface="+mn-lt"/>
              </a:rPr>
              <a:t>SUMMARY</a:t>
            </a:r>
          </a:p>
        </p:txBody>
      </p:sp>
      <p:sp>
        <p:nvSpPr>
          <p:cNvPr id="32" name="文本框 31">
            <a:extLst>
              <a:ext uri="{FF2B5EF4-FFF2-40B4-BE49-F238E27FC236}">
                <a16:creationId xmlns:a16="http://schemas.microsoft.com/office/drawing/2014/main" id="{6A188699-CD05-E161-7A09-F13F98F2E843}"/>
              </a:ext>
            </a:extLst>
          </p:cNvPr>
          <p:cNvSpPr txBox="1"/>
          <p:nvPr/>
        </p:nvSpPr>
        <p:spPr>
          <a:xfrm>
            <a:off x="7764021" y="5129705"/>
            <a:ext cx="1046922" cy="365613"/>
          </a:xfrm>
          <a:prstGeom prst="rect">
            <a:avLst/>
          </a:prstGeom>
          <a:noFill/>
          <a:effectLst/>
        </p:spPr>
        <p:txBody>
          <a:bodyPr wrap="square" rtlCol="0">
            <a:spAutoFit/>
          </a:bodyPr>
          <a:lstStyle/>
          <a:p>
            <a:pPr algn="ctr">
              <a:lnSpc>
                <a:spcPct val="120000"/>
              </a:lnSpc>
            </a:pPr>
            <a:r>
              <a:rPr lang="en-US" altLang="zh-CN" sz="800" dirty="0">
                <a:solidFill>
                  <a:schemeClr val="bg1">
                    <a:lumMod val="50000"/>
                  </a:schemeClr>
                </a:solidFill>
                <a:latin typeface="+mn-ea"/>
                <a:cs typeface="+mn-ea"/>
                <a:sym typeface="+mn-lt"/>
              </a:rPr>
              <a:t>BUSINESS</a:t>
            </a:r>
            <a:r>
              <a:rPr lang="zh-CN" altLang="en-US" sz="800" dirty="0">
                <a:solidFill>
                  <a:schemeClr val="bg1">
                    <a:lumMod val="50000"/>
                  </a:schemeClr>
                </a:solidFill>
                <a:latin typeface="+mn-ea"/>
                <a:cs typeface="+mn-ea"/>
                <a:sym typeface="+mn-lt"/>
              </a:rPr>
              <a:t>  </a:t>
            </a:r>
            <a:r>
              <a:rPr lang="en-US" altLang="zh-CN" sz="800" dirty="0">
                <a:solidFill>
                  <a:schemeClr val="bg1">
                    <a:lumMod val="50000"/>
                  </a:schemeClr>
                </a:solidFill>
                <a:latin typeface="+mn-ea"/>
                <a:cs typeface="+mn-ea"/>
                <a:sym typeface="+mn-lt"/>
              </a:rPr>
              <a:t>WORK</a:t>
            </a:r>
          </a:p>
          <a:p>
            <a:pPr algn="ctr">
              <a:lnSpc>
                <a:spcPct val="120000"/>
              </a:lnSpc>
            </a:pPr>
            <a:r>
              <a:rPr lang="en-US" altLang="zh-CN" sz="800" dirty="0">
                <a:solidFill>
                  <a:schemeClr val="bg1">
                    <a:lumMod val="50000"/>
                  </a:schemeClr>
                </a:solidFill>
                <a:latin typeface="+mn-ea"/>
                <a:cs typeface="+mn-ea"/>
                <a:sym typeface="+mn-lt"/>
              </a:rPr>
              <a:t>SUMMARY</a:t>
            </a:r>
          </a:p>
        </p:txBody>
      </p:sp>
      <p:sp>
        <p:nvSpPr>
          <p:cNvPr id="33" name="任意形状 32">
            <a:extLst>
              <a:ext uri="{FF2B5EF4-FFF2-40B4-BE49-F238E27FC236}">
                <a16:creationId xmlns:a16="http://schemas.microsoft.com/office/drawing/2014/main" id="{2FBDCE39-8F5D-163C-C6FA-8414FD1DE109}"/>
              </a:ext>
            </a:extLst>
          </p:cNvPr>
          <p:cNvSpPr/>
          <p:nvPr/>
        </p:nvSpPr>
        <p:spPr>
          <a:xfrm flipH="1">
            <a:off x="9068307" y="3269976"/>
            <a:ext cx="2454738" cy="758179"/>
          </a:xfrm>
          <a:custGeom>
            <a:avLst/>
            <a:gdLst>
              <a:gd name="connsiteX0" fmla="*/ 2074363 w 2597428"/>
              <a:gd name="connsiteY0" fmla="*/ 0 h 954158"/>
              <a:gd name="connsiteX1" fmla="*/ 1305340 w 2597428"/>
              <a:gd name="connsiteY1" fmla="*/ 0 h 954158"/>
              <a:gd name="connsiteX2" fmla="*/ 1292088 w 2597428"/>
              <a:gd name="connsiteY2" fmla="*/ 0 h 954158"/>
              <a:gd name="connsiteX3" fmla="*/ 523065 w 2597428"/>
              <a:gd name="connsiteY3" fmla="*/ 0 h 954158"/>
              <a:gd name="connsiteX4" fmla="*/ 482174 w 2597428"/>
              <a:gd name="connsiteY4" fmla="*/ 162052 h 954158"/>
              <a:gd name="connsiteX5" fmla="*/ 5603 w 2597428"/>
              <a:gd name="connsiteY5" fmla="*/ 946362 h 954158"/>
              <a:gd name="connsiteX6" fmla="*/ 947 w 2597428"/>
              <a:gd name="connsiteY6" fmla="*/ 950371 h 954158"/>
              <a:gd name="connsiteX7" fmla="*/ 0 w 2597428"/>
              <a:gd name="connsiteY7" fmla="*/ 954158 h 954158"/>
              <a:gd name="connsiteX8" fmla="*/ 1292088 w 2597428"/>
              <a:gd name="connsiteY8" fmla="*/ 954158 h 954158"/>
              <a:gd name="connsiteX9" fmla="*/ 1305340 w 2597428"/>
              <a:gd name="connsiteY9" fmla="*/ 954158 h 954158"/>
              <a:gd name="connsiteX10" fmla="*/ 2597428 w 2597428"/>
              <a:gd name="connsiteY10" fmla="*/ 954158 h 954158"/>
              <a:gd name="connsiteX11" fmla="*/ 2596481 w 2597428"/>
              <a:gd name="connsiteY11" fmla="*/ 950371 h 954158"/>
              <a:gd name="connsiteX12" fmla="*/ 2591825 w 2597428"/>
              <a:gd name="connsiteY12" fmla="*/ 946362 h 954158"/>
              <a:gd name="connsiteX13" fmla="*/ 2115254 w 2597428"/>
              <a:gd name="connsiteY13" fmla="*/ 162052 h 9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97428" h="954158">
                <a:moveTo>
                  <a:pt x="2074363" y="0"/>
                </a:moveTo>
                <a:lnTo>
                  <a:pt x="1305340" y="0"/>
                </a:lnTo>
                <a:lnTo>
                  <a:pt x="1292088" y="0"/>
                </a:lnTo>
                <a:lnTo>
                  <a:pt x="523065" y="0"/>
                </a:lnTo>
                <a:lnTo>
                  <a:pt x="482174" y="162052"/>
                </a:lnTo>
                <a:cubicBezTo>
                  <a:pt x="387538" y="471405"/>
                  <a:pt x="220975" y="741715"/>
                  <a:pt x="5603" y="946362"/>
                </a:cubicBezTo>
                <a:lnTo>
                  <a:pt x="947" y="950371"/>
                </a:lnTo>
                <a:lnTo>
                  <a:pt x="0" y="954158"/>
                </a:lnTo>
                <a:lnTo>
                  <a:pt x="1292088" y="954158"/>
                </a:lnTo>
                <a:lnTo>
                  <a:pt x="1305340" y="954158"/>
                </a:lnTo>
                <a:lnTo>
                  <a:pt x="2597428" y="954158"/>
                </a:lnTo>
                <a:lnTo>
                  <a:pt x="2596481" y="950371"/>
                </a:lnTo>
                <a:lnTo>
                  <a:pt x="2591825" y="946362"/>
                </a:lnTo>
                <a:cubicBezTo>
                  <a:pt x="2376453" y="741715"/>
                  <a:pt x="2209890" y="471405"/>
                  <a:pt x="2115254" y="162052"/>
                </a:cubicBezTo>
                <a:close/>
              </a:path>
            </a:pathLst>
          </a:custGeom>
          <a:gradFill>
            <a:gsLst>
              <a:gs pos="0">
                <a:schemeClr val="accent1">
                  <a:lumMod val="5000"/>
                  <a:lumOff val="95000"/>
                </a:schemeClr>
              </a:gs>
              <a:gs pos="100000">
                <a:schemeClr val="bg1">
                  <a:lumMod val="8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p>
        </p:txBody>
      </p:sp>
      <p:sp>
        <p:nvSpPr>
          <p:cNvPr id="34" name="圆角矩形 33">
            <a:extLst>
              <a:ext uri="{FF2B5EF4-FFF2-40B4-BE49-F238E27FC236}">
                <a16:creationId xmlns:a16="http://schemas.microsoft.com/office/drawing/2014/main" id="{B4CABEA7-A5C5-4EBB-3393-72B119125663}"/>
              </a:ext>
            </a:extLst>
          </p:cNvPr>
          <p:cNvSpPr/>
          <p:nvPr/>
        </p:nvSpPr>
        <p:spPr>
          <a:xfrm>
            <a:off x="9202372" y="1929488"/>
            <a:ext cx="2186609" cy="431203"/>
          </a:xfrm>
          <a:prstGeom prst="roundRect">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5" name="文本框 34">
            <a:extLst>
              <a:ext uri="{FF2B5EF4-FFF2-40B4-BE49-F238E27FC236}">
                <a16:creationId xmlns:a16="http://schemas.microsoft.com/office/drawing/2014/main" id="{089931E9-2861-E903-8485-302D36E9A0C2}"/>
              </a:ext>
            </a:extLst>
          </p:cNvPr>
          <p:cNvSpPr txBox="1"/>
          <p:nvPr/>
        </p:nvSpPr>
        <p:spPr>
          <a:xfrm>
            <a:off x="9382606" y="1975812"/>
            <a:ext cx="1826141" cy="338554"/>
          </a:xfrm>
          <a:prstGeom prst="rect">
            <a:avLst/>
          </a:prstGeom>
          <a:noFill/>
        </p:spPr>
        <p:txBody>
          <a:bodyPr wrap="none" rtlCol="0">
            <a:spAutoFit/>
          </a:bodyPr>
          <a:lstStyle/>
          <a:p>
            <a:r>
              <a:rPr kumimoji="1" lang="zh-CN" altLang="en-US" sz="1600" dirty="0">
                <a:solidFill>
                  <a:schemeClr val="bg1"/>
                </a:solidFill>
              </a:rPr>
              <a:t>项目内容标题文字</a:t>
            </a:r>
          </a:p>
        </p:txBody>
      </p:sp>
      <p:sp>
        <p:nvSpPr>
          <p:cNvPr id="36" name="文本框 35">
            <a:extLst>
              <a:ext uri="{FF2B5EF4-FFF2-40B4-BE49-F238E27FC236}">
                <a16:creationId xmlns:a16="http://schemas.microsoft.com/office/drawing/2014/main" id="{61A9E098-BF89-DC87-18BF-56A263F52A6E}"/>
              </a:ext>
            </a:extLst>
          </p:cNvPr>
          <p:cNvSpPr txBox="1"/>
          <p:nvPr/>
        </p:nvSpPr>
        <p:spPr>
          <a:xfrm>
            <a:off x="9510044" y="2367259"/>
            <a:ext cx="1571264"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2900,00</a:t>
            </a:r>
            <a:endParaRPr kumimoji="1" lang="zh-CN" altLang="en-US" sz="2800" dirty="0">
              <a:solidFill>
                <a:schemeClr val="tx1">
                  <a:lumMod val="75000"/>
                  <a:lumOff val="25000"/>
                </a:schemeClr>
              </a:solidFill>
              <a:latin typeface="+mj-ea"/>
              <a:ea typeface="+mj-ea"/>
            </a:endParaRPr>
          </a:p>
        </p:txBody>
      </p:sp>
      <p:sp>
        <p:nvSpPr>
          <p:cNvPr id="37" name="文本框 36">
            <a:extLst>
              <a:ext uri="{FF2B5EF4-FFF2-40B4-BE49-F238E27FC236}">
                <a16:creationId xmlns:a16="http://schemas.microsoft.com/office/drawing/2014/main" id="{3636E82D-F456-95D2-245F-A2AA844FB5AD}"/>
              </a:ext>
            </a:extLst>
          </p:cNvPr>
          <p:cNvSpPr txBox="1"/>
          <p:nvPr/>
        </p:nvSpPr>
        <p:spPr>
          <a:xfrm>
            <a:off x="9343332" y="2924107"/>
            <a:ext cx="1904689" cy="276999"/>
          </a:xfrm>
          <a:prstGeom prst="rect">
            <a:avLst/>
          </a:prstGeom>
          <a:noFill/>
        </p:spPr>
        <p:txBody>
          <a:bodyPr wrap="none" rtlCol="0">
            <a:spAutoFit/>
          </a:bodyPr>
          <a:lstStyle/>
          <a:p>
            <a:r>
              <a:rPr kumimoji="1" lang="zh-CN" altLang="en-US" sz="1200" dirty="0">
                <a:solidFill>
                  <a:schemeClr val="bg1">
                    <a:lumMod val="50000"/>
                  </a:schemeClr>
                </a:solidFill>
              </a:rPr>
              <a:t>请在此输入数据文字内容</a:t>
            </a:r>
          </a:p>
        </p:txBody>
      </p:sp>
      <p:sp>
        <p:nvSpPr>
          <p:cNvPr id="38" name="圆角矩形 37">
            <a:extLst>
              <a:ext uri="{FF2B5EF4-FFF2-40B4-BE49-F238E27FC236}">
                <a16:creationId xmlns:a16="http://schemas.microsoft.com/office/drawing/2014/main" id="{F4F6683F-329F-E337-7FED-60B7F3F83602}"/>
              </a:ext>
            </a:extLst>
          </p:cNvPr>
          <p:cNvSpPr/>
          <p:nvPr/>
        </p:nvSpPr>
        <p:spPr>
          <a:xfrm>
            <a:off x="9068307" y="4110392"/>
            <a:ext cx="1220742" cy="1463350"/>
          </a:xfrm>
          <a:prstGeom prst="roundRect">
            <a:avLst>
              <a:gd name="adj" fmla="val 6897"/>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文本框 38">
            <a:extLst>
              <a:ext uri="{FF2B5EF4-FFF2-40B4-BE49-F238E27FC236}">
                <a16:creationId xmlns:a16="http://schemas.microsoft.com/office/drawing/2014/main" id="{FC4E4BCD-E44A-407E-7C94-8DC835F9AA2B}"/>
              </a:ext>
            </a:extLst>
          </p:cNvPr>
          <p:cNvSpPr txBox="1"/>
          <p:nvPr/>
        </p:nvSpPr>
        <p:spPr>
          <a:xfrm>
            <a:off x="9167962" y="4143112"/>
            <a:ext cx="1021433"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CASE-01</a:t>
            </a:r>
            <a:endParaRPr kumimoji="1" lang="zh-CN" altLang="en-US" sz="1600" dirty="0">
              <a:solidFill>
                <a:schemeClr val="tx1">
                  <a:lumMod val="75000"/>
                  <a:lumOff val="25000"/>
                </a:schemeClr>
              </a:solidFill>
              <a:latin typeface="+mj-ea"/>
              <a:ea typeface="+mj-ea"/>
            </a:endParaRPr>
          </a:p>
        </p:txBody>
      </p:sp>
      <p:cxnSp>
        <p:nvCxnSpPr>
          <p:cNvPr id="40" name="直线连接符 39">
            <a:extLst>
              <a:ext uri="{FF2B5EF4-FFF2-40B4-BE49-F238E27FC236}">
                <a16:creationId xmlns:a16="http://schemas.microsoft.com/office/drawing/2014/main" id="{0E7878D4-AF3C-A1F9-1649-1A27A5D6DD7D}"/>
              </a:ext>
            </a:extLst>
          </p:cNvPr>
          <p:cNvCxnSpPr>
            <a:cxnSpLocks/>
          </p:cNvCxnSpPr>
          <p:nvPr/>
        </p:nvCxnSpPr>
        <p:spPr>
          <a:xfrm>
            <a:off x="9241357" y="4514173"/>
            <a:ext cx="87464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1" name="圆角矩形 40">
            <a:extLst>
              <a:ext uri="{FF2B5EF4-FFF2-40B4-BE49-F238E27FC236}">
                <a16:creationId xmlns:a16="http://schemas.microsoft.com/office/drawing/2014/main" id="{A6CC86F3-0A7B-C0C8-03BA-286A514FFE70}"/>
              </a:ext>
            </a:extLst>
          </p:cNvPr>
          <p:cNvSpPr/>
          <p:nvPr/>
        </p:nvSpPr>
        <p:spPr>
          <a:xfrm>
            <a:off x="10388704" y="4110392"/>
            <a:ext cx="1220742" cy="1463350"/>
          </a:xfrm>
          <a:prstGeom prst="roundRect">
            <a:avLst>
              <a:gd name="adj" fmla="val 6897"/>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文本框 41">
            <a:extLst>
              <a:ext uri="{FF2B5EF4-FFF2-40B4-BE49-F238E27FC236}">
                <a16:creationId xmlns:a16="http://schemas.microsoft.com/office/drawing/2014/main" id="{83C162E9-6D80-5352-77DF-E6F0C1A8EF5A}"/>
              </a:ext>
            </a:extLst>
          </p:cNvPr>
          <p:cNvSpPr txBox="1"/>
          <p:nvPr/>
        </p:nvSpPr>
        <p:spPr>
          <a:xfrm>
            <a:off x="10488359" y="4143112"/>
            <a:ext cx="1021433" cy="338554"/>
          </a:xfrm>
          <a:prstGeom prst="rect">
            <a:avLst/>
          </a:prstGeom>
          <a:noFill/>
        </p:spPr>
        <p:txBody>
          <a:bodyPr wrap="none" rtlCol="0">
            <a:spAutoFit/>
          </a:bodyPr>
          <a:lstStyle/>
          <a:p>
            <a:r>
              <a:rPr kumimoji="1" lang="en-US" altLang="zh-CN" sz="1600" dirty="0">
                <a:solidFill>
                  <a:schemeClr val="tx1">
                    <a:lumMod val="75000"/>
                    <a:lumOff val="25000"/>
                  </a:schemeClr>
                </a:solidFill>
                <a:latin typeface="+mj-ea"/>
                <a:ea typeface="+mj-ea"/>
              </a:rPr>
              <a:t>CASE-02</a:t>
            </a:r>
            <a:endParaRPr kumimoji="1" lang="zh-CN" altLang="en-US" sz="1600" dirty="0">
              <a:solidFill>
                <a:schemeClr val="tx1">
                  <a:lumMod val="75000"/>
                  <a:lumOff val="25000"/>
                </a:schemeClr>
              </a:solidFill>
              <a:latin typeface="+mj-ea"/>
              <a:ea typeface="+mj-ea"/>
            </a:endParaRPr>
          </a:p>
        </p:txBody>
      </p:sp>
      <p:cxnSp>
        <p:nvCxnSpPr>
          <p:cNvPr id="43" name="直线连接符 42">
            <a:extLst>
              <a:ext uri="{FF2B5EF4-FFF2-40B4-BE49-F238E27FC236}">
                <a16:creationId xmlns:a16="http://schemas.microsoft.com/office/drawing/2014/main" id="{DEFE851C-6192-7BCB-A0F6-70FE57A72EBA}"/>
              </a:ext>
            </a:extLst>
          </p:cNvPr>
          <p:cNvCxnSpPr>
            <a:cxnSpLocks/>
          </p:cNvCxnSpPr>
          <p:nvPr/>
        </p:nvCxnSpPr>
        <p:spPr>
          <a:xfrm>
            <a:off x="10561754" y="4514173"/>
            <a:ext cx="874643"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B4A07708-785E-1D75-1696-A7B73424DD1B}"/>
              </a:ext>
            </a:extLst>
          </p:cNvPr>
          <p:cNvSpPr txBox="1"/>
          <p:nvPr/>
        </p:nvSpPr>
        <p:spPr>
          <a:xfrm>
            <a:off x="9214853" y="4494918"/>
            <a:ext cx="990977"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n-ea"/>
              </a:rPr>
              <a:t>46</a:t>
            </a:r>
            <a:r>
              <a:rPr kumimoji="1" lang="en-US" altLang="zh-CN" sz="2000" dirty="0">
                <a:solidFill>
                  <a:schemeClr val="tx1">
                    <a:lumMod val="75000"/>
                    <a:lumOff val="25000"/>
                  </a:schemeClr>
                </a:solidFill>
                <a:latin typeface="+mn-ea"/>
              </a:rPr>
              <a:t>%</a:t>
            </a:r>
            <a:endParaRPr kumimoji="1" lang="zh-CN" altLang="en-US" sz="4400" dirty="0">
              <a:solidFill>
                <a:schemeClr val="tx1">
                  <a:lumMod val="75000"/>
                  <a:lumOff val="25000"/>
                </a:schemeClr>
              </a:solidFill>
              <a:latin typeface="+mn-ea"/>
            </a:endParaRPr>
          </a:p>
        </p:txBody>
      </p:sp>
      <p:sp>
        <p:nvSpPr>
          <p:cNvPr id="45" name="文本框 44">
            <a:extLst>
              <a:ext uri="{FF2B5EF4-FFF2-40B4-BE49-F238E27FC236}">
                <a16:creationId xmlns:a16="http://schemas.microsoft.com/office/drawing/2014/main" id="{2CB47D06-6EB5-6EAB-8A72-D9BF18E94B3E}"/>
              </a:ext>
            </a:extLst>
          </p:cNvPr>
          <p:cNvSpPr txBox="1"/>
          <p:nvPr/>
        </p:nvSpPr>
        <p:spPr>
          <a:xfrm>
            <a:off x="10488359" y="4494918"/>
            <a:ext cx="990977" cy="707886"/>
          </a:xfrm>
          <a:prstGeom prst="rect">
            <a:avLst/>
          </a:prstGeom>
          <a:noFill/>
        </p:spPr>
        <p:txBody>
          <a:bodyPr wrap="none" rtlCol="0">
            <a:spAutoFit/>
          </a:bodyPr>
          <a:lstStyle/>
          <a:p>
            <a:r>
              <a:rPr kumimoji="1" lang="en-US" altLang="zh-CN" sz="4000" dirty="0">
                <a:solidFill>
                  <a:schemeClr val="tx1">
                    <a:lumMod val="75000"/>
                    <a:lumOff val="25000"/>
                  </a:schemeClr>
                </a:solidFill>
                <a:latin typeface="+mn-ea"/>
              </a:rPr>
              <a:t>11</a:t>
            </a:r>
            <a:r>
              <a:rPr kumimoji="1" lang="en-US" altLang="zh-CN" sz="2000" dirty="0">
                <a:solidFill>
                  <a:schemeClr val="tx1">
                    <a:lumMod val="75000"/>
                    <a:lumOff val="25000"/>
                  </a:schemeClr>
                </a:solidFill>
                <a:latin typeface="+mn-ea"/>
              </a:rPr>
              <a:t>%</a:t>
            </a:r>
            <a:endParaRPr kumimoji="1" lang="zh-CN" altLang="en-US" sz="4400" dirty="0">
              <a:solidFill>
                <a:schemeClr val="tx1">
                  <a:lumMod val="75000"/>
                  <a:lumOff val="25000"/>
                </a:schemeClr>
              </a:solidFill>
              <a:latin typeface="+mn-ea"/>
            </a:endParaRPr>
          </a:p>
        </p:txBody>
      </p:sp>
      <p:sp>
        <p:nvSpPr>
          <p:cNvPr id="46" name="文本框 45">
            <a:extLst>
              <a:ext uri="{FF2B5EF4-FFF2-40B4-BE49-F238E27FC236}">
                <a16:creationId xmlns:a16="http://schemas.microsoft.com/office/drawing/2014/main" id="{61523B25-5621-7D37-BE10-EDED51AAAB36}"/>
              </a:ext>
            </a:extLst>
          </p:cNvPr>
          <p:cNvSpPr txBox="1"/>
          <p:nvPr/>
        </p:nvSpPr>
        <p:spPr>
          <a:xfrm>
            <a:off x="9141965" y="5129706"/>
            <a:ext cx="1046922" cy="365613"/>
          </a:xfrm>
          <a:prstGeom prst="rect">
            <a:avLst/>
          </a:prstGeom>
          <a:noFill/>
          <a:effectLst/>
        </p:spPr>
        <p:txBody>
          <a:bodyPr wrap="square" rtlCol="0">
            <a:spAutoFit/>
          </a:bodyPr>
          <a:lstStyle/>
          <a:p>
            <a:pPr algn="ctr">
              <a:lnSpc>
                <a:spcPct val="120000"/>
              </a:lnSpc>
            </a:pPr>
            <a:r>
              <a:rPr lang="en-US" altLang="zh-CN" sz="800" dirty="0">
                <a:solidFill>
                  <a:schemeClr val="bg1">
                    <a:lumMod val="50000"/>
                  </a:schemeClr>
                </a:solidFill>
                <a:latin typeface="+mn-ea"/>
                <a:cs typeface="+mn-ea"/>
                <a:sym typeface="+mn-lt"/>
              </a:rPr>
              <a:t>BUSINESS</a:t>
            </a:r>
            <a:r>
              <a:rPr lang="zh-CN" altLang="en-US" sz="800" dirty="0">
                <a:solidFill>
                  <a:schemeClr val="bg1">
                    <a:lumMod val="50000"/>
                  </a:schemeClr>
                </a:solidFill>
                <a:latin typeface="+mn-ea"/>
                <a:cs typeface="+mn-ea"/>
                <a:sym typeface="+mn-lt"/>
              </a:rPr>
              <a:t>  </a:t>
            </a:r>
            <a:r>
              <a:rPr lang="en-US" altLang="zh-CN" sz="800" dirty="0">
                <a:solidFill>
                  <a:schemeClr val="bg1">
                    <a:lumMod val="50000"/>
                  </a:schemeClr>
                </a:solidFill>
                <a:latin typeface="+mn-ea"/>
                <a:cs typeface="+mn-ea"/>
                <a:sym typeface="+mn-lt"/>
              </a:rPr>
              <a:t>WORK</a:t>
            </a:r>
          </a:p>
          <a:p>
            <a:pPr algn="ctr">
              <a:lnSpc>
                <a:spcPct val="120000"/>
              </a:lnSpc>
            </a:pPr>
            <a:r>
              <a:rPr lang="en-US" altLang="zh-CN" sz="800" dirty="0">
                <a:solidFill>
                  <a:schemeClr val="bg1">
                    <a:lumMod val="50000"/>
                  </a:schemeClr>
                </a:solidFill>
                <a:latin typeface="+mn-ea"/>
                <a:cs typeface="+mn-ea"/>
                <a:sym typeface="+mn-lt"/>
              </a:rPr>
              <a:t>SUMMARY</a:t>
            </a:r>
          </a:p>
        </p:txBody>
      </p:sp>
      <p:sp>
        <p:nvSpPr>
          <p:cNvPr id="47" name="文本框 46">
            <a:extLst>
              <a:ext uri="{FF2B5EF4-FFF2-40B4-BE49-F238E27FC236}">
                <a16:creationId xmlns:a16="http://schemas.microsoft.com/office/drawing/2014/main" id="{3ED46A5B-6C6D-8281-229B-CB31684CDC80}"/>
              </a:ext>
            </a:extLst>
          </p:cNvPr>
          <p:cNvSpPr txBox="1"/>
          <p:nvPr/>
        </p:nvSpPr>
        <p:spPr>
          <a:xfrm>
            <a:off x="10432414" y="5129705"/>
            <a:ext cx="1046922" cy="365613"/>
          </a:xfrm>
          <a:prstGeom prst="rect">
            <a:avLst/>
          </a:prstGeom>
          <a:noFill/>
          <a:effectLst/>
        </p:spPr>
        <p:txBody>
          <a:bodyPr wrap="square" rtlCol="0">
            <a:spAutoFit/>
          </a:bodyPr>
          <a:lstStyle/>
          <a:p>
            <a:pPr algn="ctr">
              <a:lnSpc>
                <a:spcPct val="120000"/>
              </a:lnSpc>
            </a:pPr>
            <a:r>
              <a:rPr lang="en-US" altLang="zh-CN" sz="800" dirty="0">
                <a:solidFill>
                  <a:schemeClr val="bg1">
                    <a:lumMod val="50000"/>
                  </a:schemeClr>
                </a:solidFill>
                <a:latin typeface="+mn-ea"/>
                <a:cs typeface="+mn-ea"/>
                <a:sym typeface="+mn-lt"/>
              </a:rPr>
              <a:t>BUSINESS</a:t>
            </a:r>
            <a:r>
              <a:rPr lang="zh-CN" altLang="en-US" sz="800" dirty="0">
                <a:solidFill>
                  <a:schemeClr val="bg1">
                    <a:lumMod val="50000"/>
                  </a:schemeClr>
                </a:solidFill>
                <a:latin typeface="+mn-ea"/>
                <a:cs typeface="+mn-ea"/>
                <a:sym typeface="+mn-lt"/>
              </a:rPr>
              <a:t>  </a:t>
            </a:r>
            <a:r>
              <a:rPr lang="en-US" altLang="zh-CN" sz="800" dirty="0">
                <a:solidFill>
                  <a:schemeClr val="bg1">
                    <a:lumMod val="50000"/>
                  </a:schemeClr>
                </a:solidFill>
                <a:latin typeface="+mn-ea"/>
                <a:cs typeface="+mn-ea"/>
                <a:sym typeface="+mn-lt"/>
              </a:rPr>
              <a:t>WORK</a:t>
            </a:r>
          </a:p>
          <a:p>
            <a:pPr algn="ctr">
              <a:lnSpc>
                <a:spcPct val="120000"/>
              </a:lnSpc>
            </a:pPr>
            <a:r>
              <a:rPr lang="en-US" altLang="zh-CN" sz="800" dirty="0">
                <a:solidFill>
                  <a:schemeClr val="bg1">
                    <a:lumMod val="50000"/>
                  </a:schemeClr>
                </a:solidFill>
                <a:latin typeface="+mn-ea"/>
                <a:cs typeface="+mn-ea"/>
                <a:sym typeface="+mn-lt"/>
              </a:rPr>
              <a:t>SUMMARY</a:t>
            </a:r>
          </a:p>
        </p:txBody>
      </p:sp>
      <p:sp>
        <p:nvSpPr>
          <p:cNvPr id="48" name="文本框 47">
            <a:extLst>
              <a:ext uri="{FF2B5EF4-FFF2-40B4-BE49-F238E27FC236}">
                <a16:creationId xmlns:a16="http://schemas.microsoft.com/office/drawing/2014/main" id="{25D78824-86E3-FCE8-B15A-4154EA7DF32B}"/>
              </a:ext>
            </a:extLst>
          </p:cNvPr>
          <p:cNvSpPr txBox="1"/>
          <p:nvPr/>
        </p:nvSpPr>
        <p:spPr>
          <a:xfrm>
            <a:off x="563710" y="2872601"/>
            <a:ext cx="2688542" cy="2080506"/>
          </a:xfrm>
          <a:prstGeom prst="rect">
            <a:avLst/>
          </a:prstGeom>
          <a:noFill/>
        </p:spPr>
        <p:txBody>
          <a:bodyPr wrap="square">
            <a:spAutoFit/>
          </a:bodyPr>
          <a:lstStyle/>
          <a:p>
            <a:pPr marL="171450" indent="-171450" algn="just">
              <a:lnSpc>
                <a:spcPct val="150000"/>
              </a:lnSpc>
              <a:buFont typeface="Arial" panose="020B0604020202020204" pitchFamily="34" charset="0"/>
              <a:buChar char="•"/>
            </a:pPr>
            <a:r>
              <a:rPr lang="zh-CN" altLang="en-US" sz="1100" dirty="0">
                <a:solidFill>
                  <a:schemeClr val="tx1">
                    <a:lumMod val="50000"/>
                    <a:lumOff val="50000"/>
                  </a:schemeClr>
                </a:solidFill>
                <a:latin typeface="+mn-ea"/>
              </a:rPr>
              <a:t>点此输入内容或者复制您的内容在这里，通过复制您的文本后点此输入内容或者复制您的内容在这里</a:t>
            </a:r>
            <a:endParaRPr lang="en-US" altLang="zh-CN" sz="1100" dirty="0">
              <a:solidFill>
                <a:schemeClr val="tx1">
                  <a:lumMod val="50000"/>
                  <a:lumOff val="50000"/>
                </a:schemeClr>
              </a:solidFill>
              <a:latin typeface="+mn-ea"/>
            </a:endParaRPr>
          </a:p>
          <a:p>
            <a:pPr marL="171450" indent="-171450" algn="just">
              <a:lnSpc>
                <a:spcPct val="150000"/>
              </a:lnSpc>
              <a:buFont typeface="Arial" panose="020B0604020202020204" pitchFamily="34" charset="0"/>
              <a:buChar char="•"/>
            </a:pPr>
            <a:endParaRPr lang="en-US" altLang="zh-CN" sz="1100" dirty="0">
              <a:solidFill>
                <a:schemeClr val="tx1">
                  <a:lumMod val="50000"/>
                  <a:lumOff val="50000"/>
                </a:schemeClr>
              </a:solidFill>
              <a:latin typeface="+mn-ea"/>
            </a:endParaRPr>
          </a:p>
          <a:p>
            <a:pPr marL="171450" indent="-171450" algn="just">
              <a:lnSpc>
                <a:spcPct val="150000"/>
              </a:lnSpc>
              <a:buFont typeface="Arial" panose="020B0604020202020204" pitchFamily="34" charset="0"/>
              <a:buChar char="•"/>
            </a:pPr>
            <a:r>
              <a:rPr lang="zh-CN" altLang="en-US" sz="1100" dirty="0">
                <a:solidFill>
                  <a:schemeClr val="tx1">
                    <a:lumMod val="50000"/>
                    <a:lumOff val="50000"/>
                  </a:schemeClr>
                </a:solidFill>
                <a:latin typeface="+mn-ea"/>
              </a:rPr>
              <a:t>点此输入内容或者复制您的内容在这里，通过复制您的文本后点此输入内容或者复制您的内容在这里，通过复制您的文本后文</a:t>
            </a:r>
          </a:p>
        </p:txBody>
      </p:sp>
      <p:sp>
        <p:nvSpPr>
          <p:cNvPr id="49" name="文本框 48">
            <a:extLst>
              <a:ext uri="{FF2B5EF4-FFF2-40B4-BE49-F238E27FC236}">
                <a16:creationId xmlns:a16="http://schemas.microsoft.com/office/drawing/2014/main" id="{07E94FBA-96FB-72A2-6F89-EA59723C75C3}"/>
              </a:ext>
            </a:extLst>
          </p:cNvPr>
          <p:cNvSpPr txBox="1"/>
          <p:nvPr/>
        </p:nvSpPr>
        <p:spPr>
          <a:xfrm>
            <a:off x="688821" y="1838669"/>
            <a:ext cx="2486335" cy="646331"/>
          </a:xfrm>
          <a:prstGeom prst="rect">
            <a:avLst/>
          </a:prstGeom>
          <a:noFill/>
        </p:spPr>
        <p:txBody>
          <a:bodyPr wrap="square" rtlCol="0">
            <a:spAutoFit/>
          </a:bodyPr>
          <a:lstStyle/>
          <a:p>
            <a:pPr algn="dist"/>
            <a:r>
              <a:rPr kumimoji="1" lang="en-US" altLang="zh-CN" sz="3600" dirty="0">
                <a:solidFill>
                  <a:schemeClr val="tx1">
                    <a:lumMod val="75000"/>
                    <a:lumOff val="25000"/>
                  </a:schemeClr>
                </a:solidFill>
                <a:latin typeface="+mj-ea"/>
                <a:ea typeface="+mj-ea"/>
                <a:cs typeface="+mn-ea"/>
                <a:sym typeface="+mn-lt"/>
              </a:rPr>
              <a:t>BUSINESS</a:t>
            </a:r>
            <a:endParaRPr kumimoji="1" lang="zh-CN" altLang="en-US" sz="3600" dirty="0">
              <a:solidFill>
                <a:schemeClr val="tx1">
                  <a:lumMod val="75000"/>
                  <a:lumOff val="25000"/>
                </a:schemeClr>
              </a:solidFill>
              <a:latin typeface="+mj-ea"/>
              <a:ea typeface="+mj-ea"/>
              <a:cs typeface="+mn-ea"/>
              <a:sym typeface="+mn-lt"/>
            </a:endParaRPr>
          </a:p>
        </p:txBody>
      </p:sp>
      <p:sp>
        <p:nvSpPr>
          <p:cNvPr id="50" name="文本框 49">
            <a:extLst>
              <a:ext uri="{FF2B5EF4-FFF2-40B4-BE49-F238E27FC236}">
                <a16:creationId xmlns:a16="http://schemas.microsoft.com/office/drawing/2014/main" id="{B7A43E62-B823-C43F-D7F1-BDF5F5F9A44D}"/>
              </a:ext>
            </a:extLst>
          </p:cNvPr>
          <p:cNvSpPr txBox="1"/>
          <p:nvPr/>
        </p:nvSpPr>
        <p:spPr>
          <a:xfrm>
            <a:off x="712741" y="2413522"/>
            <a:ext cx="2201244" cy="369332"/>
          </a:xfrm>
          <a:prstGeom prst="rect">
            <a:avLst/>
          </a:prstGeom>
          <a:noFill/>
        </p:spPr>
        <p:txBody>
          <a:bodyPr wrap="none" rtlCol="0">
            <a:spAutoFit/>
          </a:bodyPr>
          <a:lstStyle/>
          <a:p>
            <a:r>
              <a:rPr kumimoji="1" lang="en-US" altLang="zh-CN" dirty="0">
                <a:solidFill>
                  <a:schemeClr val="tx1">
                    <a:lumMod val="75000"/>
                    <a:lumOff val="25000"/>
                  </a:schemeClr>
                </a:solidFill>
                <a:latin typeface="+mn-ea"/>
              </a:rPr>
              <a:t>ENTER</a:t>
            </a:r>
            <a:r>
              <a:rPr kumimoji="1" lang="zh-CN" altLang="en-US" dirty="0">
                <a:solidFill>
                  <a:schemeClr val="tx1">
                    <a:lumMod val="75000"/>
                    <a:lumOff val="25000"/>
                  </a:schemeClr>
                </a:solidFill>
                <a:latin typeface="+mn-ea"/>
              </a:rPr>
              <a:t> </a:t>
            </a:r>
            <a:r>
              <a:rPr kumimoji="1" lang="en-US" altLang="zh-CN" dirty="0">
                <a:solidFill>
                  <a:schemeClr val="tx1">
                    <a:lumMod val="75000"/>
                    <a:lumOff val="25000"/>
                  </a:schemeClr>
                </a:solidFill>
                <a:latin typeface="+mn-ea"/>
              </a:rPr>
              <a:t>TITLE</a:t>
            </a:r>
            <a:r>
              <a:rPr kumimoji="1" lang="zh-CN" altLang="en-US" dirty="0">
                <a:solidFill>
                  <a:schemeClr val="tx1">
                    <a:lumMod val="75000"/>
                    <a:lumOff val="25000"/>
                  </a:schemeClr>
                </a:solidFill>
                <a:latin typeface="+mn-ea"/>
              </a:rPr>
              <a:t> </a:t>
            </a:r>
            <a:r>
              <a:rPr kumimoji="1" lang="en-US" altLang="zh-CN" dirty="0">
                <a:solidFill>
                  <a:schemeClr val="tx1">
                    <a:lumMod val="75000"/>
                    <a:lumOff val="25000"/>
                  </a:schemeClr>
                </a:solidFill>
                <a:latin typeface="+mn-ea"/>
              </a:rPr>
              <a:t>HERE</a:t>
            </a:r>
            <a:endParaRPr kumimoji="1" lang="zh-CN" altLang="en-US" dirty="0">
              <a:solidFill>
                <a:schemeClr val="tx1">
                  <a:lumMod val="75000"/>
                  <a:lumOff val="25000"/>
                </a:schemeClr>
              </a:solidFill>
              <a:latin typeface="+mn-ea"/>
            </a:endParaRPr>
          </a:p>
        </p:txBody>
      </p:sp>
      <p:cxnSp>
        <p:nvCxnSpPr>
          <p:cNvPr id="51" name="直线连接符 50">
            <a:extLst>
              <a:ext uri="{FF2B5EF4-FFF2-40B4-BE49-F238E27FC236}">
                <a16:creationId xmlns:a16="http://schemas.microsoft.com/office/drawing/2014/main" id="{C4CA41D3-3E2D-824B-6188-29BD3C06F0A8}"/>
              </a:ext>
            </a:extLst>
          </p:cNvPr>
          <p:cNvCxnSpPr/>
          <p:nvPr/>
        </p:nvCxnSpPr>
        <p:spPr>
          <a:xfrm>
            <a:off x="3432313" y="1916236"/>
            <a:ext cx="0" cy="3694046"/>
          </a:xfrm>
          <a:prstGeom prst="line">
            <a:avLst/>
          </a:prstGeom>
          <a:ln w="952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3881476"/>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strips(downLeft)">
                                      <p:cBhvr>
                                        <p:cTn id="7" dur="500"/>
                                        <p:tgtEl>
                                          <p:spTgt spid="48"/>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checkerboard(across)">
                                      <p:cBhvr>
                                        <p:cTn id="10"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P spid="48" grpId="1"/>
      <p:bldP spid="4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DC44BC-CD0B-03D8-DE73-6CE7FA952F6A}"/>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409B25E6-C37D-4827-DE40-32AD6956CC22}"/>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下步工作目标</a:t>
            </a:r>
          </a:p>
        </p:txBody>
      </p:sp>
      <p:sp>
        <p:nvSpPr>
          <p:cNvPr id="3" name="圆角矩形 2">
            <a:extLst>
              <a:ext uri="{FF2B5EF4-FFF2-40B4-BE49-F238E27FC236}">
                <a16:creationId xmlns:a16="http://schemas.microsoft.com/office/drawing/2014/main" id="{B30109F1-EDF9-9879-CA12-601AFD0ADCC9}"/>
              </a:ext>
            </a:extLst>
          </p:cNvPr>
          <p:cNvSpPr/>
          <p:nvPr/>
        </p:nvSpPr>
        <p:spPr>
          <a:xfrm>
            <a:off x="828611" y="2160049"/>
            <a:ext cx="2589195" cy="2231790"/>
          </a:xfrm>
          <a:prstGeom prst="roundRect">
            <a:avLst>
              <a:gd name="adj" fmla="val 1143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同侧圆角矩形 3">
            <a:extLst>
              <a:ext uri="{FF2B5EF4-FFF2-40B4-BE49-F238E27FC236}">
                <a16:creationId xmlns:a16="http://schemas.microsoft.com/office/drawing/2014/main" id="{2FDC392B-80EA-89ED-7C27-B474E745D137}"/>
              </a:ext>
            </a:extLst>
          </p:cNvPr>
          <p:cNvSpPr/>
          <p:nvPr/>
        </p:nvSpPr>
        <p:spPr>
          <a:xfrm>
            <a:off x="828611" y="2160049"/>
            <a:ext cx="2589195" cy="377791"/>
          </a:xfrm>
          <a:prstGeom prst="round2SameRect">
            <a:avLst>
              <a:gd name="adj1" fmla="val 37049"/>
              <a:gd name="adj2" fmla="val 0"/>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a:extLst>
              <a:ext uri="{FF2B5EF4-FFF2-40B4-BE49-F238E27FC236}">
                <a16:creationId xmlns:a16="http://schemas.microsoft.com/office/drawing/2014/main" id="{A3832FB3-7C49-F3BA-EDAF-79CF5AC87E15}"/>
              </a:ext>
            </a:extLst>
          </p:cNvPr>
          <p:cNvSpPr txBox="1"/>
          <p:nvPr/>
        </p:nvSpPr>
        <p:spPr>
          <a:xfrm>
            <a:off x="1456198" y="2195055"/>
            <a:ext cx="1334020" cy="307777"/>
          </a:xfrm>
          <a:prstGeom prst="rect">
            <a:avLst/>
          </a:prstGeom>
          <a:noFill/>
        </p:spPr>
        <p:txBody>
          <a:bodyPr wrap="none" rtlCol="0">
            <a:spAutoFit/>
          </a:bodyPr>
          <a:lstStyle/>
          <a:p>
            <a:r>
              <a:rPr kumimoji="1" lang="en-US" altLang="zh-CN" sz="1400" dirty="0">
                <a:solidFill>
                  <a:schemeClr val="bg1"/>
                </a:solidFill>
                <a:latin typeface="+mn-ea"/>
              </a:rPr>
              <a:t>2O2X</a:t>
            </a:r>
            <a:r>
              <a:rPr kumimoji="1" lang="zh-CN" altLang="en-US" sz="1400" dirty="0">
                <a:solidFill>
                  <a:schemeClr val="bg1"/>
                </a:solidFill>
                <a:latin typeface="+mn-ea"/>
              </a:rPr>
              <a:t>项目汇报</a:t>
            </a:r>
          </a:p>
        </p:txBody>
      </p:sp>
      <p:sp>
        <p:nvSpPr>
          <p:cNvPr id="6" name="文本框 5">
            <a:extLst>
              <a:ext uri="{FF2B5EF4-FFF2-40B4-BE49-F238E27FC236}">
                <a16:creationId xmlns:a16="http://schemas.microsoft.com/office/drawing/2014/main" id="{09ED080A-011D-1816-47A1-6AAA44A75143}"/>
              </a:ext>
            </a:extLst>
          </p:cNvPr>
          <p:cNvSpPr txBox="1"/>
          <p:nvPr/>
        </p:nvSpPr>
        <p:spPr>
          <a:xfrm>
            <a:off x="1056708" y="2987057"/>
            <a:ext cx="2152249" cy="568617"/>
          </a:xfrm>
          <a:prstGeom prst="rect">
            <a:avLst/>
          </a:prstGeom>
          <a:noFill/>
        </p:spPr>
        <p:txBody>
          <a:bodyPr wrap="square" lIns="0" tIns="0" rIns="0" bIns="0" rtlCol="0" anchor="t">
            <a:spAutoFit/>
          </a:bodyPr>
          <a:lstStyle>
            <a:defPPr>
              <a:defRPr lang="zh-CN"/>
            </a:defPPr>
            <a:lvl1pPr algn="r">
              <a:lnSpc>
                <a:spcPct val="130000"/>
              </a:lnSpc>
              <a:defRPr sz="1400" b="0">
                <a:solidFill>
                  <a:schemeClr val="bg1">
                    <a:lumMod val="50000"/>
                  </a:schemeClr>
                </a:solidFill>
                <a:effectLst/>
                <a:latin typeface="+mn-ea"/>
              </a:defRPr>
            </a:lvl1pPr>
          </a:lstStyle>
          <a:p>
            <a:pPr algn="l"/>
            <a:r>
              <a:rPr lang="zh-CN" altLang="en-US" sz="1000" dirty="0"/>
              <a:t>在这里输入你的正文阐述与关键词标题相关的具体内容在这里输入你的正文阐述与关键词</a:t>
            </a:r>
          </a:p>
        </p:txBody>
      </p:sp>
      <p:sp>
        <p:nvSpPr>
          <p:cNvPr id="7" name="文本框 6">
            <a:extLst>
              <a:ext uri="{FF2B5EF4-FFF2-40B4-BE49-F238E27FC236}">
                <a16:creationId xmlns:a16="http://schemas.microsoft.com/office/drawing/2014/main" id="{56DE0668-599F-C312-8D0A-C320EBB78BBF}"/>
              </a:ext>
            </a:extLst>
          </p:cNvPr>
          <p:cNvSpPr txBox="1"/>
          <p:nvPr/>
        </p:nvSpPr>
        <p:spPr>
          <a:xfrm>
            <a:off x="979708" y="2669655"/>
            <a:ext cx="1082348"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j-ea"/>
                <a:ea typeface="+mj-ea"/>
              </a:rPr>
              <a:t>BUSINESS</a:t>
            </a:r>
            <a:endParaRPr kumimoji="1" lang="zh-CN" altLang="en-US" sz="1400" dirty="0">
              <a:solidFill>
                <a:schemeClr val="tx1">
                  <a:lumMod val="75000"/>
                  <a:lumOff val="25000"/>
                </a:schemeClr>
              </a:solidFill>
              <a:latin typeface="+mj-ea"/>
              <a:ea typeface="+mj-ea"/>
            </a:endParaRPr>
          </a:p>
        </p:txBody>
      </p:sp>
      <p:sp>
        <p:nvSpPr>
          <p:cNvPr id="8" name="文本框 7">
            <a:extLst>
              <a:ext uri="{FF2B5EF4-FFF2-40B4-BE49-F238E27FC236}">
                <a16:creationId xmlns:a16="http://schemas.microsoft.com/office/drawing/2014/main" id="{01B1FBF9-506B-CCB4-6A6F-F2EB12F2C227}"/>
              </a:ext>
            </a:extLst>
          </p:cNvPr>
          <p:cNvSpPr txBox="1"/>
          <p:nvPr/>
        </p:nvSpPr>
        <p:spPr>
          <a:xfrm>
            <a:off x="966559" y="3690466"/>
            <a:ext cx="2274796" cy="487826"/>
          </a:xfrm>
          <a:prstGeom prst="rect">
            <a:avLst/>
          </a:prstGeom>
          <a:noFill/>
          <a:effectLst/>
        </p:spPr>
        <p:txBody>
          <a:bodyPr wrap="square" rtlCol="0">
            <a:spAutoFit/>
          </a:bodyPr>
          <a:lstStyle/>
          <a:p>
            <a:pPr marL="171450" indent="-171450">
              <a:lnSpc>
                <a:spcPct val="140000"/>
              </a:lnSpc>
              <a:buFont typeface="Wingdings" pitchFamily="2" charset="2"/>
              <a:buChar char="ü"/>
            </a:pPr>
            <a:r>
              <a:rPr lang="zh-CN" altLang="en-US" sz="1000" dirty="0">
                <a:solidFill>
                  <a:schemeClr val="tx1">
                    <a:lumMod val="65000"/>
                    <a:lumOff val="35000"/>
                  </a:schemeClr>
                </a:solidFill>
                <a:latin typeface="+mn-ea"/>
                <a:cs typeface="+mn-ea"/>
                <a:sym typeface="+mn-lt"/>
              </a:rPr>
              <a:t>点击输入简要文字解说</a:t>
            </a:r>
            <a:endParaRPr lang="en-US" altLang="zh-CN" sz="1000" dirty="0">
              <a:solidFill>
                <a:schemeClr val="tx1">
                  <a:lumMod val="65000"/>
                  <a:lumOff val="35000"/>
                </a:schemeClr>
              </a:solidFill>
              <a:latin typeface="+mn-ea"/>
              <a:cs typeface="+mn-ea"/>
              <a:sym typeface="+mn-lt"/>
            </a:endParaRPr>
          </a:p>
          <a:p>
            <a:pPr marL="171450" indent="-171450">
              <a:lnSpc>
                <a:spcPct val="140000"/>
              </a:lnSpc>
              <a:buFont typeface="Wingdings" pitchFamily="2" charset="2"/>
              <a:buChar char="ü"/>
            </a:pPr>
            <a:r>
              <a:rPr lang="zh-CN" altLang="en-US" sz="1000" dirty="0">
                <a:solidFill>
                  <a:schemeClr val="tx1">
                    <a:lumMod val="65000"/>
                    <a:lumOff val="35000"/>
                  </a:schemeClr>
                </a:solidFill>
                <a:latin typeface="+mn-ea"/>
                <a:cs typeface="+mn-ea"/>
                <a:sym typeface="+mn-lt"/>
              </a:rPr>
              <a:t>不用多余的文字修饰简洁精准</a:t>
            </a:r>
            <a:endParaRPr lang="en-US" altLang="zh-CN" sz="1000" dirty="0">
              <a:solidFill>
                <a:schemeClr val="tx1">
                  <a:lumMod val="65000"/>
                  <a:lumOff val="35000"/>
                </a:schemeClr>
              </a:solidFill>
              <a:latin typeface="+mn-ea"/>
              <a:cs typeface="+mn-ea"/>
              <a:sym typeface="+mn-lt"/>
            </a:endParaRPr>
          </a:p>
        </p:txBody>
      </p:sp>
      <p:cxnSp>
        <p:nvCxnSpPr>
          <p:cNvPr id="9" name="直线连接符 8">
            <a:extLst>
              <a:ext uri="{FF2B5EF4-FFF2-40B4-BE49-F238E27FC236}">
                <a16:creationId xmlns:a16="http://schemas.microsoft.com/office/drawing/2014/main" id="{C1B1C55A-FBF1-0708-15AF-83C0B1C3736B}"/>
              </a:ext>
            </a:extLst>
          </p:cNvPr>
          <p:cNvCxnSpPr/>
          <p:nvPr/>
        </p:nvCxnSpPr>
        <p:spPr>
          <a:xfrm>
            <a:off x="1027833" y="3671216"/>
            <a:ext cx="208196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圆角矩形 9">
            <a:extLst>
              <a:ext uri="{FF2B5EF4-FFF2-40B4-BE49-F238E27FC236}">
                <a16:creationId xmlns:a16="http://schemas.microsoft.com/office/drawing/2014/main" id="{18B46E12-598A-33FE-323C-177365C5448F}"/>
              </a:ext>
            </a:extLst>
          </p:cNvPr>
          <p:cNvSpPr/>
          <p:nvPr/>
        </p:nvSpPr>
        <p:spPr>
          <a:xfrm>
            <a:off x="6270082" y="2160049"/>
            <a:ext cx="2589195" cy="2231790"/>
          </a:xfrm>
          <a:prstGeom prst="roundRect">
            <a:avLst>
              <a:gd name="adj" fmla="val 1143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同侧圆角矩形 10">
            <a:extLst>
              <a:ext uri="{FF2B5EF4-FFF2-40B4-BE49-F238E27FC236}">
                <a16:creationId xmlns:a16="http://schemas.microsoft.com/office/drawing/2014/main" id="{AD685911-7C29-D091-9A7A-1E81684A1100}"/>
              </a:ext>
            </a:extLst>
          </p:cNvPr>
          <p:cNvSpPr/>
          <p:nvPr/>
        </p:nvSpPr>
        <p:spPr>
          <a:xfrm>
            <a:off x="6270082" y="2160049"/>
            <a:ext cx="2589195" cy="377791"/>
          </a:xfrm>
          <a:prstGeom prst="round2SameRect">
            <a:avLst>
              <a:gd name="adj1" fmla="val 37049"/>
              <a:gd name="adj2" fmla="val 0"/>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a:extLst>
              <a:ext uri="{FF2B5EF4-FFF2-40B4-BE49-F238E27FC236}">
                <a16:creationId xmlns:a16="http://schemas.microsoft.com/office/drawing/2014/main" id="{A422BCBD-7743-2670-EEC0-5C32CC6ED74D}"/>
              </a:ext>
            </a:extLst>
          </p:cNvPr>
          <p:cNvSpPr txBox="1"/>
          <p:nvPr/>
        </p:nvSpPr>
        <p:spPr>
          <a:xfrm>
            <a:off x="6897669" y="2195055"/>
            <a:ext cx="1334020" cy="307777"/>
          </a:xfrm>
          <a:prstGeom prst="rect">
            <a:avLst/>
          </a:prstGeom>
          <a:noFill/>
        </p:spPr>
        <p:txBody>
          <a:bodyPr wrap="none" rtlCol="0">
            <a:spAutoFit/>
          </a:bodyPr>
          <a:lstStyle/>
          <a:p>
            <a:r>
              <a:rPr kumimoji="1" lang="en-US" altLang="zh-CN" sz="1400" dirty="0">
                <a:solidFill>
                  <a:schemeClr val="bg1"/>
                </a:solidFill>
                <a:latin typeface="+mn-ea"/>
              </a:rPr>
              <a:t>2O27</a:t>
            </a:r>
            <a:r>
              <a:rPr kumimoji="1" lang="zh-CN" altLang="en-US" sz="1400" dirty="0">
                <a:solidFill>
                  <a:schemeClr val="bg1"/>
                </a:solidFill>
                <a:latin typeface="+mn-ea"/>
              </a:rPr>
              <a:t>项目汇报</a:t>
            </a:r>
          </a:p>
        </p:txBody>
      </p:sp>
      <p:sp>
        <p:nvSpPr>
          <p:cNvPr id="13" name="文本框 12">
            <a:extLst>
              <a:ext uri="{FF2B5EF4-FFF2-40B4-BE49-F238E27FC236}">
                <a16:creationId xmlns:a16="http://schemas.microsoft.com/office/drawing/2014/main" id="{26460ACD-78E6-3DF4-6EC0-874B2DA9A053}"/>
              </a:ext>
            </a:extLst>
          </p:cNvPr>
          <p:cNvSpPr txBox="1"/>
          <p:nvPr/>
        </p:nvSpPr>
        <p:spPr>
          <a:xfrm>
            <a:off x="6498179" y="2987057"/>
            <a:ext cx="2152249" cy="568617"/>
          </a:xfrm>
          <a:prstGeom prst="rect">
            <a:avLst/>
          </a:prstGeom>
          <a:noFill/>
        </p:spPr>
        <p:txBody>
          <a:bodyPr wrap="square" lIns="0" tIns="0" rIns="0" bIns="0" rtlCol="0" anchor="t">
            <a:spAutoFit/>
          </a:bodyPr>
          <a:lstStyle>
            <a:defPPr>
              <a:defRPr lang="zh-CN"/>
            </a:defPPr>
            <a:lvl1pPr algn="r">
              <a:lnSpc>
                <a:spcPct val="130000"/>
              </a:lnSpc>
              <a:defRPr sz="1400" b="0">
                <a:solidFill>
                  <a:schemeClr val="bg1">
                    <a:lumMod val="50000"/>
                  </a:schemeClr>
                </a:solidFill>
                <a:effectLst/>
                <a:latin typeface="+mn-ea"/>
              </a:defRPr>
            </a:lvl1pPr>
          </a:lstStyle>
          <a:p>
            <a:pPr algn="l"/>
            <a:r>
              <a:rPr lang="zh-CN" altLang="en-US" sz="1000" dirty="0"/>
              <a:t>在这里输入你的正文阐述与关键词标题相关的具体内容在这里输入你的正文阐述与关键词</a:t>
            </a:r>
          </a:p>
        </p:txBody>
      </p:sp>
      <p:sp>
        <p:nvSpPr>
          <p:cNvPr id="14" name="文本框 13">
            <a:extLst>
              <a:ext uri="{FF2B5EF4-FFF2-40B4-BE49-F238E27FC236}">
                <a16:creationId xmlns:a16="http://schemas.microsoft.com/office/drawing/2014/main" id="{F9FFA3AE-8558-37A6-6E77-FB83F59C6B3F}"/>
              </a:ext>
            </a:extLst>
          </p:cNvPr>
          <p:cNvSpPr txBox="1"/>
          <p:nvPr/>
        </p:nvSpPr>
        <p:spPr>
          <a:xfrm>
            <a:off x="6421179" y="2669655"/>
            <a:ext cx="1082348"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j-ea"/>
                <a:ea typeface="+mj-ea"/>
              </a:rPr>
              <a:t>BUSINESS</a:t>
            </a:r>
            <a:endParaRPr kumimoji="1" lang="zh-CN" altLang="en-US" sz="1400" dirty="0">
              <a:solidFill>
                <a:schemeClr val="tx1">
                  <a:lumMod val="75000"/>
                  <a:lumOff val="25000"/>
                </a:schemeClr>
              </a:solidFill>
              <a:latin typeface="+mj-ea"/>
              <a:ea typeface="+mj-ea"/>
            </a:endParaRPr>
          </a:p>
        </p:txBody>
      </p:sp>
      <p:sp>
        <p:nvSpPr>
          <p:cNvPr id="15" name="文本框 14">
            <a:extLst>
              <a:ext uri="{FF2B5EF4-FFF2-40B4-BE49-F238E27FC236}">
                <a16:creationId xmlns:a16="http://schemas.microsoft.com/office/drawing/2014/main" id="{2EAEC2E1-5A22-E256-A00E-B28E106AB85C}"/>
              </a:ext>
            </a:extLst>
          </p:cNvPr>
          <p:cNvSpPr txBox="1"/>
          <p:nvPr/>
        </p:nvSpPr>
        <p:spPr>
          <a:xfrm>
            <a:off x="6408030" y="3690466"/>
            <a:ext cx="2274796" cy="487826"/>
          </a:xfrm>
          <a:prstGeom prst="rect">
            <a:avLst/>
          </a:prstGeom>
          <a:noFill/>
          <a:effectLst/>
        </p:spPr>
        <p:txBody>
          <a:bodyPr wrap="square" rtlCol="0">
            <a:spAutoFit/>
          </a:bodyPr>
          <a:lstStyle/>
          <a:p>
            <a:pPr marL="171450" indent="-171450">
              <a:lnSpc>
                <a:spcPct val="140000"/>
              </a:lnSpc>
              <a:buFont typeface="Wingdings" pitchFamily="2" charset="2"/>
              <a:buChar char="ü"/>
            </a:pPr>
            <a:r>
              <a:rPr lang="zh-CN" altLang="en-US" sz="1000" dirty="0">
                <a:solidFill>
                  <a:schemeClr val="tx1">
                    <a:lumMod val="65000"/>
                    <a:lumOff val="35000"/>
                  </a:schemeClr>
                </a:solidFill>
                <a:latin typeface="+mn-ea"/>
                <a:cs typeface="+mn-ea"/>
                <a:sym typeface="+mn-lt"/>
              </a:rPr>
              <a:t>点击输入简要文字解说</a:t>
            </a:r>
            <a:endParaRPr lang="en-US" altLang="zh-CN" sz="1000" dirty="0">
              <a:solidFill>
                <a:schemeClr val="tx1">
                  <a:lumMod val="65000"/>
                  <a:lumOff val="35000"/>
                </a:schemeClr>
              </a:solidFill>
              <a:latin typeface="+mn-ea"/>
              <a:cs typeface="+mn-ea"/>
              <a:sym typeface="+mn-lt"/>
            </a:endParaRPr>
          </a:p>
          <a:p>
            <a:pPr marL="171450" indent="-171450">
              <a:lnSpc>
                <a:spcPct val="140000"/>
              </a:lnSpc>
              <a:buFont typeface="Wingdings" pitchFamily="2" charset="2"/>
              <a:buChar char="ü"/>
            </a:pPr>
            <a:r>
              <a:rPr lang="zh-CN" altLang="en-US" sz="1000" dirty="0">
                <a:solidFill>
                  <a:schemeClr val="tx1">
                    <a:lumMod val="65000"/>
                    <a:lumOff val="35000"/>
                  </a:schemeClr>
                </a:solidFill>
                <a:latin typeface="+mn-ea"/>
                <a:cs typeface="+mn-ea"/>
                <a:sym typeface="+mn-lt"/>
              </a:rPr>
              <a:t>不用多余的文字修饰简洁精准</a:t>
            </a:r>
            <a:endParaRPr lang="en-US" altLang="zh-CN" sz="1000" dirty="0">
              <a:solidFill>
                <a:schemeClr val="tx1">
                  <a:lumMod val="65000"/>
                  <a:lumOff val="35000"/>
                </a:schemeClr>
              </a:solidFill>
              <a:latin typeface="+mn-ea"/>
              <a:cs typeface="+mn-ea"/>
              <a:sym typeface="+mn-lt"/>
            </a:endParaRPr>
          </a:p>
        </p:txBody>
      </p:sp>
      <p:cxnSp>
        <p:nvCxnSpPr>
          <p:cNvPr id="16" name="直线连接符 15">
            <a:extLst>
              <a:ext uri="{FF2B5EF4-FFF2-40B4-BE49-F238E27FC236}">
                <a16:creationId xmlns:a16="http://schemas.microsoft.com/office/drawing/2014/main" id="{D5127306-76ED-A8E8-15BA-4FC40E76B693}"/>
              </a:ext>
            </a:extLst>
          </p:cNvPr>
          <p:cNvCxnSpPr/>
          <p:nvPr/>
        </p:nvCxnSpPr>
        <p:spPr>
          <a:xfrm>
            <a:off x="6469304" y="3671216"/>
            <a:ext cx="208196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7" name="圆角矩形 16">
            <a:extLst>
              <a:ext uri="{FF2B5EF4-FFF2-40B4-BE49-F238E27FC236}">
                <a16:creationId xmlns:a16="http://schemas.microsoft.com/office/drawing/2014/main" id="{3A188411-BB43-65D9-A8BA-4CE446465ECA}"/>
              </a:ext>
            </a:extLst>
          </p:cNvPr>
          <p:cNvSpPr/>
          <p:nvPr/>
        </p:nvSpPr>
        <p:spPr>
          <a:xfrm>
            <a:off x="3542939" y="2160049"/>
            <a:ext cx="2589195" cy="2231790"/>
          </a:xfrm>
          <a:prstGeom prst="roundRect">
            <a:avLst>
              <a:gd name="adj" fmla="val 1143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8" name="同侧圆角矩形 17">
            <a:extLst>
              <a:ext uri="{FF2B5EF4-FFF2-40B4-BE49-F238E27FC236}">
                <a16:creationId xmlns:a16="http://schemas.microsoft.com/office/drawing/2014/main" id="{767F7743-A48A-D9FA-E52D-1EAF530F9622}"/>
              </a:ext>
            </a:extLst>
          </p:cNvPr>
          <p:cNvSpPr/>
          <p:nvPr/>
        </p:nvSpPr>
        <p:spPr>
          <a:xfrm>
            <a:off x="3542939" y="2160049"/>
            <a:ext cx="2589195" cy="377791"/>
          </a:xfrm>
          <a:prstGeom prst="round2SameRect">
            <a:avLst>
              <a:gd name="adj1" fmla="val 37049"/>
              <a:gd name="adj2" fmla="val 0"/>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a:extLst>
              <a:ext uri="{FF2B5EF4-FFF2-40B4-BE49-F238E27FC236}">
                <a16:creationId xmlns:a16="http://schemas.microsoft.com/office/drawing/2014/main" id="{1C59A938-6C30-A6FD-54E7-7219DB29A43E}"/>
              </a:ext>
            </a:extLst>
          </p:cNvPr>
          <p:cNvSpPr txBox="1"/>
          <p:nvPr/>
        </p:nvSpPr>
        <p:spPr>
          <a:xfrm>
            <a:off x="4170526" y="2195055"/>
            <a:ext cx="1334020" cy="307777"/>
          </a:xfrm>
          <a:prstGeom prst="rect">
            <a:avLst/>
          </a:prstGeom>
          <a:noFill/>
        </p:spPr>
        <p:txBody>
          <a:bodyPr wrap="none" rtlCol="0">
            <a:spAutoFit/>
          </a:bodyPr>
          <a:lstStyle/>
          <a:p>
            <a:r>
              <a:rPr kumimoji="1" lang="en-US" altLang="zh-CN" sz="1400" dirty="0">
                <a:solidFill>
                  <a:schemeClr val="bg1"/>
                </a:solidFill>
                <a:latin typeface="+mn-ea"/>
              </a:rPr>
              <a:t>2O26</a:t>
            </a:r>
            <a:r>
              <a:rPr kumimoji="1" lang="zh-CN" altLang="en-US" sz="1400" dirty="0">
                <a:solidFill>
                  <a:schemeClr val="bg1"/>
                </a:solidFill>
                <a:latin typeface="+mn-ea"/>
              </a:rPr>
              <a:t>项目汇报</a:t>
            </a:r>
          </a:p>
        </p:txBody>
      </p:sp>
      <p:sp>
        <p:nvSpPr>
          <p:cNvPr id="20" name="文本框 19">
            <a:extLst>
              <a:ext uri="{FF2B5EF4-FFF2-40B4-BE49-F238E27FC236}">
                <a16:creationId xmlns:a16="http://schemas.microsoft.com/office/drawing/2014/main" id="{DD9F690A-EBA2-84A2-69F9-4F0CCDDF0919}"/>
              </a:ext>
            </a:extLst>
          </p:cNvPr>
          <p:cNvSpPr txBox="1"/>
          <p:nvPr/>
        </p:nvSpPr>
        <p:spPr>
          <a:xfrm>
            <a:off x="3771036" y="2987057"/>
            <a:ext cx="2152249" cy="568617"/>
          </a:xfrm>
          <a:prstGeom prst="rect">
            <a:avLst/>
          </a:prstGeom>
          <a:noFill/>
        </p:spPr>
        <p:txBody>
          <a:bodyPr wrap="square" lIns="0" tIns="0" rIns="0" bIns="0" rtlCol="0" anchor="t">
            <a:spAutoFit/>
          </a:bodyPr>
          <a:lstStyle>
            <a:defPPr>
              <a:defRPr lang="zh-CN"/>
            </a:defPPr>
            <a:lvl1pPr algn="r">
              <a:lnSpc>
                <a:spcPct val="130000"/>
              </a:lnSpc>
              <a:defRPr sz="1400" b="0">
                <a:solidFill>
                  <a:schemeClr val="bg1">
                    <a:lumMod val="50000"/>
                  </a:schemeClr>
                </a:solidFill>
                <a:effectLst/>
                <a:latin typeface="+mn-ea"/>
              </a:defRPr>
            </a:lvl1pPr>
          </a:lstStyle>
          <a:p>
            <a:pPr algn="l"/>
            <a:r>
              <a:rPr lang="zh-CN" altLang="en-US" sz="1000" dirty="0"/>
              <a:t>在这里输入你的正文阐述与关键词标题相关的具体内容在这里输入你的正文阐述与关键词</a:t>
            </a:r>
          </a:p>
        </p:txBody>
      </p:sp>
      <p:sp>
        <p:nvSpPr>
          <p:cNvPr id="21" name="文本框 20">
            <a:extLst>
              <a:ext uri="{FF2B5EF4-FFF2-40B4-BE49-F238E27FC236}">
                <a16:creationId xmlns:a16="http://schemas.microsoft.com/office/drawing/2014/main" id="{E6999967-10AD-4848-1092-246C2F2C0974}"/>
              </a:ext>
            </a:extLst>
          </p:cNvPr>
          <p:cNvSpPr txBox="1"/>
          <p:nvPr/>
        </p:nvSpPr>
        <p:spPr>
          <a:xfrm>
            <a:off x="3694036" y="2669655"/>
            <a:ext cx="1082348"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j-ea"/>
                <a:ea typeface="+mj-ea"/>
              </a:rPr>
              <a:t>BUSINESS</a:t>
            </a:r>
            <a:endParaRPr kumimoji="1" lang="zh-CN" altLang="en-US" sz="1400" dirty="0">
              <a:solidFill>
                <a:schemeClr val="tx1">
                  <a:lumMod val="75000"/>
                  <a:lumOff val="25000"/>
                </a:schemeClr>
              </a:solidFill>
              <a:latin typeface="+mj-ea"/>
              <a:ea typeface="+mj-ea"/>
            </a:endParaRPr>
          </a:p>
        </p:txBody>
      </p:sp>
      <p:sp>
        <p:nvSpPr>
          <p:cNvPr id="22" name="文本框 21">
            <a:extLst>
              <a:ext uri="{FF2B5EF4-FFF2-40B4-BE49-F238E27FC236}">
                <a16:creationId xmlns:a16="http://schemas.microsoft.com/office/drawing/2014/main" id="{F4756897-6090-DF59-4F31-AB85719D63C3}"/>
              </a:ext>
            </a:extLst>
          </p:cNvPr>
          <p:cNvSpPr txBox="1"/>
          <p:nvPr/>
        </p:nvSpPr>
        <p:spPr>
          <a:xfrm>
            <a:off x="3680887" y="3690466"/>
            <a:ext cx="2274796" cy="487826"/>
          </a:xfrm>
          <a:prstGeom prst="rect">
            <a:avLst/>
          </a:prstGeom>
          <a:noFill/>
          <a:effectLst/>
        </p:spPr>
        <p:txBody>
          <a:bodyPr wrap="square" rtlCol="0">
            <a:spAutoFit/>
          </a:bodyPr>
          <a:lstStyle/>
          <a:p>
            <a:pPr marL="171450" indent="-171450">
              <a:lnSpc>
                <a:spcPct val="140000"/>
              </a:lnSpc>
              <a:buFont typeface="Wingdings" pitchFamily="2" charset="2"/>
              <a:buChar char="ü"/>
            </a:pPr>
            <a:r>
              <a:rPr lang="zh-CN" altLang="en-US" sz="1000" dirty="0">
                <a:solidFill>
                  <a:schemeClr val="tx1">
                    <a:lumMod val="65000"/>
                    <a:lumOff val="35000"/>
                  </a:schemeClr>
                </a:solidFill>
                <a:latin typeface="+mn-ea"/>
                <a:cs typeface="+mn-ea"/>
                <a:sym typeface="+mn-lt"/>
              </a:rPr>
              <a:t>点击输入简要文字解说</a:t>
            </a:r>
            <a:endParaRPr lang="en-US" altLang="zh-CN" sz="1000" dirty="0">
              <a:solidFill>
                <a:schemeClr val="tx1">
                  <a:lumMod val="65000"/>
                  <a:lumOff val="35000"/>
                </a:schemeClr>
              </a:solidFill>
              <a:latin typeface="+mn-ea"/>
              <a:cs typeface="+mn-ea"/>
              <a:sym typeface="+mn-lt"/>
            </a:endParaRPr>
          </a:p>
          <a:p>
            <a:pPr marL="171450" indent="-171450">
              <a:lnSpc>
                <a:spcPct val="140000"/>
              </a:lnSpc>
              <a:buFont typeface="Wingdings" pitchFamily="2" charset="2"/>
              <a:buChar char="ü"/>
            </a:pPr>
            <a:r>
              <a:rPr lang="zh-CN" altLang="en-US" sz="1000" dirty="0">
                <a:solidFill>
                  <a:schemeClr val="tx1">
                    <a:lumMod val="65000"/>
                    <a:lumOff val="35000"/>
                  </a:schemeClr>
                </a:solidFill>
                <a:latin typeface="+mn-ea"/>
                <a:cs typeface="+mn-ea"/>
                <a:sym typeface="+mn-lt"/>
              </a:rPr>
              <a:t>不用多余的文字修饰简洁精准</a:t>
            </a:r>
            <a:endParaRPr lang="en-US" altLang="zh-CN" sz="1000" dirty="0">
              <a:solidFill>
                <a:schemeClr val="tx1">
                  <a:lumMod val="65000"/>
                  <a:lumOff val="35000"/>
                </a:schemeClr>
              </a:solidFill>
              <a:latin typeface="+mn-ea"/>
              <a:cs typeface="+mn-ea"/>
              <a:sym typeface="+mn-lt"/>
            </a:endParaRPr>
          </a:p>
        </p:txBody>
      </p:sp>
      <p:cxnSp>
        <p:nvCxnSpPr>
          <p:cNvPr id="23" name="直线连接符 22">
            <a:extLst>
              <a:ext uri="{FF2B5EF4-FFF2-40B4-BE49-F238E27FC236}">
                <a16:creationId xmlns:a16="http://schemas.microsoft.com/office/drawing/2014/main" id="{351E60AD-69D7-B2E7-5885-B77499EC751E}"/>
              </a:ext>
            </a:extLst>
          </p:cNvPr>
          <p:cNvCxnSpPr/>
          <p:nvPr/>
        </p:nvCxnSpPr>
        <p:spPr>
          <a:xfrm>
            <a:off x="3742161" y="3671216"/>
            <a:ext cx="208196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24" name="圆角矩形 23">
            <a:extLst>
              <a:ext uri="{FF2B5EF4-FFF2-40B4-BE49-F238E27FC236}">
                <a16:creationId xmlns:a16="http://schemas.microsoft.com/office/drawing/2014/main" id="{D808AE97-1DCA-34DE-2BD0-5CFF7BCCA6C4}"/>
              </a:ext>
            </a:extLst>
          </p:cNvPr>
          <p:cNvSpPr/>
          <p:nvPr/>
        </p:nvSpPr>
        <p:spPr>
          <a:xfrm>
            <a:off x="8984410" y="2160049"/>
            <a:ext cx="2589195" cy="2231790"/>
          </a:xfrm>
          <a:prstGeom prst="roundRect">
            <a:avLst>
              <a:gd name="adj" fmla="val 11434"/>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5" name="同侧圆角矩形 24">
            <a:extLst>
              <a:ext uri="{FF2B5EF4-FFF2-40B4-BE49-F238E27FC236}">
                <a16:creationId xmlns:a16="http://schemas.microsoft.com/office/drawing/2014/main" id="{6148E065-6774-E9D2-7698-4384491FC98F}"/>
              </a:ext>
            </a:extLst>
          </p:cNvPr>
          <p:cNvSpPr/>
          <p:nvPr/>
        </p:nvSpPr>
        <p:spPr>
          <a:xfrm>
            <a:off x="8984410" y="2160049"/>
            <a:ext cx="2589195" cy="377791"/>
          </a:xfrm>
          <a:prstGeom prst="round2SameRect">
            <a:avLst>
              <a:gd name="adj1" fmla="val 37049"/>
              <a:gd name="adj2" fmla="val 0"/>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文本框 25">
            <a:extLst>
              <a:ext uri="{FF2B5EF4-FFF2-40B4-BE49-F238E27FC236}">
                <a16:creationId xmlns:a16="http://schemas.microsoft.com/office/drawing/2014/main" id="{ABF5532F-7AC9-313A-48A5-CE691B71AA1E}"/>
              </a:ext>
            </a:extLst>
          </p:cNvPr>
          <p:cNvSpPr txBox="1"/>
          <p:nvPr/>
        </p:nvSpPr>
        <p:spPr>
          <a:xfrm>
            <a:off x="9611997" y="2195055"/>
            <a:ext cx="1334020" cy="307777"/>
          </a:xfrm>
          <a:prstGeom prst="rect">
            <a:avLst/>
          </a:prstGeom>
          <a:noFill/>
        </p:spPr>
        <p:txBody>
          <a:bodyPr wrap="none" rtlCol="0">
            <a:spAutoFit/>
          </a:bodyPr>
          <a:lstStyle/>
          <a:p>
            <a:r>
              <a:rPr kumimoji="1" lang="en-US" altLang="zh-CN" sz="1400" dirty="0">
                <a:solidFill>
                  <a:schemeClr val="bg1"/>
                </a:solidFill>
                <a:latin typeface="+mn-ea"/>
              </a:rPr>
              <a:t>2O28</a:t>
            </a:r>
            <a:r>
              <a:rPr kumimoji="1" lang="zh-CN" altLang="en-US" sz="1400" dirty="0">
                <a:solidFill>
                  <a:schemeClr val="bg1"/>
                </a:solidFill>
                <a:latin typeface="+mn-ea"/>
              </a:rPr>
              <a:t>项目汇报</a:t>
            </a:r>
          </a:p>
        </p:txBody>
      </p:sp>
      <p:sp>
        <p:nvSpPr>
          <p:cNvPr id="27" name="文本框 26">
            <a:extLst>
              <a:ext uri="{FF2B5EF4-FFF2-40B4-BE49-F238E27FC236}">
                <a16:creationId xmlns:a16="http://schemas.microsoft.com/office/drawing/2014/main" id="{35E4DD88-ECE6-E39B-9062-77BE7933BB9C}"/>
              </a:ext>
            </a:extLst>
          </p:cNvPr>
          <p:cNvSpPr txBox="1"/>
          <p:nvPr/>
        </p:nvSpPr>
        <p:spPr>
          <a:xfrm>
            <a:off x="9212507" y="2987057"/>
            <a:ext cx="2152249" cy="568617"/>
          </a:xfrm>
          <a:prstGeom prst="rect">
            <a:avLst/>
          </a:prstGeom>
          <a:noFill/>
        </p:spPr>
        <p:txBody>
          <a:bodyPr wrap="square" lIns="0" tIns="0" rIns="0" bIns="0" rtlCol="0" anchor="t">
            <a:spAutoFit/>
          </a:bodyPr>
          <a:lstStyle>
            <a:defPPr>
              <a:defRPr lang="zh-CN"/>
            </a:defPPr>
            <a:lvl1pPr algn="r">
              <a:lnSpc>
                <a:spcPct val="130000"/>
              </a:lnSpc>
              <a:defRPr sz="1400" b="0">
                <a:solidFill>
                  <a:schemeClr val="bg1">
                    <a:lumMod val="50000"/>
                  </a:schemeClr>
                </a:solidFill>
                <a:effectLst/>
                <a:latin typeface="+mn-ea"/>
              </a:defRPr>
            </a:lvl1pPr>
          </a:lstStyle>
          <a:p>
            <a:pPr algn="l"/>
            <a:r>
              <a:rPr lang="zh-CN" altLang="en-US" sz="1000" dirty="0"/>
              <a:t>在这里输入你的正文阐述与关键词标题相关的具体内容在这里输入你的正文阐述与关键词</a:t>
            </a:r>
          </a:p>
        </p:txBody>
      </p:sp>
      <p:sp>
        <p:nvSpPr>
          <p:cNvPr id="28" name="文本框 27">
            <a:extLst>
              <a:ext uri="{FF2B5EF4-FFF2-40B4-BE49-F238E27FC236}">
                <a16:creationId xmlns:a16="http://schemas.microsoft.com/office/drawing/2014/main" id="{7232E503-5B02-746F-6613-28D141FA7CA1}"/>
              </a:ext>
            </a:extLst>
          </p:cNvPr>
          <p:cNvSpPr txBox="1"/>
          <p:nvPr/>
        </p:nvSpPr>
        <p:spPr>
          <a:xfrm>
            <a:off x="9135507" y="2669655"/>
            <a:ext cx="1082348" cy="307777"/>
          </a:xfrm>
          <a:prstGeom prst="rect">
            <a:avLst/>
          </a:prstGeom>
          <a:noFill/>
        </p:spPr>
        <p:txBody>
          <a:bodyPr wrap="none" rtlCol="0">
            <a:spAutoFit/>
          </a:bodyPr>
          <a:lstStyle/>
          <a:p>
            <a:r>
              <a:rPr kumimoji="1" lang="en-US" altLang="zh-CN" sz="1400" dirty="0">
                <a:solidFill>
                  <a:schemeClr val="tx1">
                    <a:lumMod val="75000"/>
                    <a:lumOff val="25000"/>
                  </a:schemeClr>
                </a:solidFill>
                <a:latin typeface="+mj-ea"/>
                <a:ea typeface="+mj-ea"/>
              </a:rPr>
              <a:t>BUSINESS</a:t>
            </a:r>
            <a:endParaRPr kumimoji="1" lang="zh-CN" altLang="en-US" sz="1400" dirty="0">
              <a:solidFill>
                <a:schemeClr val="tx1">
                  <a:lumMod val="75000"/>
                  <a:lumOff val="25000"/>
                </a:schemeClr>
              </a:solidFill>
              <a:latin typeface="+mj-ea"/>
              <a:ea typeface="+mj-ea"/>
            </a:endParaRPr>
          </a:p>
        </p:txBody>
      </p:sp>
      <p:sp>
        <p:nvSpPr>
          <p:cNvPr id="29" name="文本框 28">
            <a:extLst>
              <a:ext uri="{FF2B5EF4-FFF2-40B4-BE49-F238E27FC236}">
                <a16:creationId xmlns:a16="http://schemas.microsoft.com/office/drawing/2014/main" id="{3B52475F-0BC0-B14A-066C-1E9C9912DB0A}"/>
              </a:ext>
            </a:extLst>
          </p:cNvPr>
          <p:cNvSpPr txBox="1"/>
          <p:nvPr/>
        </p:nvSpPr>
        <p:spPr>
          <a:xfrm>
            <a:off x="9122358" y="3690466"/>
            <a:ext cx="2274796" cy="487826"/>
          </a:xfrm>
          <a:prstGeom prst="rect">
            <a:avLst/>
          </a:prstGeom>
          <a:noFill/>
          <a:effectLst/>
        </p:spPr>
        <p:txBody>
          <a:bodyPr wrap="square" rtlCol="0">
            <a:spAutoFit/>
          </a:bodyPr>
          <a:lstStyle/>
          <a:p>
            <a:pPr marL="171450" indent="-171450">
              <a:lnSpc>
                <a:spcPct val="140000"/>
              </a:lnSpc>
              <a:buFont typeface="Wingdings" pitchFamily="2" charset="2"/>
              <a:buChar char="ü"/>
            </a:pPr>
            <a:r>
              <a:rPr lang="zh-CN" altLang="en-US" sz="1000" dirty="0">
                <a:solidFill>
                  <a:schemeClr val="tx1">
                    <a:lumMod val="65000"/>
                    <a:lumOff val="35000"/>
                  </a:schemeClr>
                </a:solidFill>
                <a:latin typeface="+mn-ea"/>
                <a:cs typeface="+mn-ea"/>
                <a:sym typeface="+mn-lt"/>
              </a:rPr>
              <a:t>点击输入简要文字解说</a:t>
            </a:r>
            <a:endParaRPr lang="en-US" altLang="zh-CN" sz="1000" dirty="0">
              <a:solidFill>
                <a:schemeClr val="tx1">
                  <a:lumMod val="65000"/>
                  <a:lumOff val="35000"/>
                </a:schemeClr>
              </a:solidFill>
              <a:latin typeface="+mn-ea"/>
              <a:cs typeface="+mn-ea"/>
              <a:sym typeface="+mn-lt"/>
            </a:endParaRPr>
          </a:p>
          <a:p>
            <a:pPr marL="171450" indent="-171450">
              <a:lnSpc>
                <a:spcPct val="140000"/>
              </a:lnSpc>
              <a:buFont typeface="Wingdings" pitchFamily="2" charset="2"/>
              <a:buChar char="ü"/>
            </a:pPr>
            <a:r>
              <a:rPr lang="zh-CN" altLang="en-US" sz="1000" dirty="0">
                <a:solidFill>
                  <a:schemeClr val="tx1">
                    <a:lumMod val="65000"/>
                    <a:lumOff val="35000"/>
                  </a:schemeClr>
                </a:solidFill>
                <a:latin typeface="+mn-ea"/>
                <a:cs typeface="+mn-ea"/>
                <a:sym typeface="+mn-lt"/>
              </a:rPr>
              <a:t>不用多余的文字修饰简洁精准</a:t>
            </a:r>
            <a:endParaRPr lang="en-US" altLang="zh-CN" sz="1000" dirty="0">
              <a:solidFill>
                <a:schemeClr val="tx1">
                  <a:lumMod val="65000"/>
                  <a:lumOff val="35000"/>
                </a:schemeClr>
              </a:solidFill>
              <a:latin typeface="+mn-ea"/>
              <a:cs typeface="+mn-ea"/>
              <a:sym typeface="+mn-lt"/>
            </a:endParaRPr>
          </a:p>
        </p:txBody>
      </p:sp>
      <p:cxnSp>
        <p:nvCxnSpPr>
          <p:cNvPr id="30" name="直线连接符 29">
            <a:extLst>
              <a:ext uri="{FF2B5EF4-FFF2-40B4-BE49-F238E27FC236}">
                <a16:creationId xmlns:a16="http://schemas.microsoft.com/office/drawing/2014/main" id="{9163EDEF-8CBE-830F-2AD7-2B2A157B0D4A}"/>
              </a:ext>
            </a:extLst>
          </p:cNvPr>
          <p:cNvCxnSpPr/>
          <p:nvPr/>
        </p:nvCxnSpPr>
        <p:spPr>
          <a:xfrm>
            <a:off x="9183632" y="3671216"/>
            <a:ext cx="2081965"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1" name="同心圆 30">
            <a:extLst>
              <a:ext uri="{FF2B5EF4-FFF2-40B4-BE49-F238E27FC236}">
                <a16:creationId xmlns:a16="http://schemas.microsoft.com/office/drawing/2014/main" id="{B886E4FE-452B-C822-8E41-937D54C59AA3}"/>
              </a:ext>
            </a:extLst>
          </p:cNvPr>
          <p:cNvSpPr/>
          <p:nvPr/>
        </p:nvSpPr>
        <p:spPr>
          <a:xfrm>
            <a:off x="950940" y="4695770"/>
            <a:ext cx="792002" cy="792002"/>
          </a:xfrm>
          <a:prstGeom prst="donut">
            <a:avLst>
              <a:gd name="adj" fmla="val 154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2" name="空心弧 31">
            <a:extLst>
              <a:ext uri="{FF2B5EF4-FFF2-40B4-BE49-F238E27FC236}">
                <a16:creationId xmlns:a16="http://schemas.microsoft.com/office/drawing/2014/main" id="{72B0D1D0-FFC7-5FCC-2249-6DBB185B2CBE}"/>
              </a:ext>
            </a:extLst>
          </p:cNvPr>
          <p:cNvSpPr/>
          <p:nvPr/>
        </p:nvSpPr>
        <p:spPr>
          <a:xfrm rot="20700000">
            <a:off x="950940" y="4695770"/>
            <a:ext cx="792002" cy="792002"/>
          </a:xfrm>
          <a:prstGeom prst="blockArc">
            <a:avLst>
              <a:gd name="adj1" fmla="val 14518269"/>
              <a:gd name="adj2" fmla="val 5321469"/>
              <a:gd name="adj3" fmla="val 16191"/>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3" name="矩形: 圆角 93">
            <a:extLst>
              <a:ext uri="{FF2B5EF4-FFF2-40B4-BE49-F238E27FC236}">
                <a16:creationId xmlns:a16="http://schemas.microsoft.com/office/drawing/2014/main" id="{2ADEC083-FBB6-BD9D-A998-264F62B57D19}"/>
              </a:ext>
            </a:extLst>
          </p:cNvPr>
          <p:cNvSpPr/>
          <p:nvPr/>
        </p:nvSpPr>
        <p:spPr>
          <a:xfrm>
            <a:off x="1821309" y="4655606"/>
            <a:ext cx="1392741" cy="417693"/>
          </a:xfrm>
          <a:prstGeom prst="roundRect">
            <a:avLst>
              <a:gd name="adj" fmla="val 5000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1">
                    <a:lumMod val="75000"/>
                    <a:lumOff val="25000"/>
                  </a:schemeClr>
                </a:solidFill>
                <a:effectLst/>
                <a:uLnTx/>
                <a:uFillTx/>
                <a:latin typeface="+mj-ea"/>
                <a:ea typeface="+mj-ea"/>
                <a:cs typeface="+mn-cs"/>
              </a:rPr>
              <a:t>添加小标题</a:t>
            </a:r>
          </a:p>
        </p:txBody>
      </p:sp>
      <p:sp>
        <p:nvSpPr>
          <p:cNvPr id="34" name="文本框 33">
            <a:extLst>
              <a:ext uri="{FF2B5EF4-FFF2-40B4-BE49-F238E27FC236}">
                <a16:creationId xmlns:a16="http://schemas.microsoft.com/office/drawing/2014/main" id="{7EAD8C55-A1DD-FC67-F3EB-B38E34AC87C6}"/>
              </a:ext>
            </a:extLst>
          </p:cNvPr>
          <p:cNvSpPr txBox="1"/>
          <p:nvPr/>
        </p:nvSpPr>
        <p:spPr>
          <a:xfrm>
            <a:off x="1878410" y="4971877"/>
            <a:ext cx="3051060" cy="534634"/>
          </a:xfrm>
          <a:prstGeom prst="rect">
            <a:avLst/>
          </a:prstGeom>
          <a:noFill/>
        </p:spPr>
        <p:txBody>
          <a:bodyPr wrap="square">
            <a:spAutoFit/>
          </a:bodyPr>
          <a:lstStyle>
            <a:defPPr>
              <a:defRPr lang="zh-CN"/>
            </a:defPPr>
            <a:lvl1pPr algn="ctr">
              <a:lnSpc>
                <a:spcPct val="130000"/>
              </a:lnSpc>
              <a:defRPr sz="1200">
                <a:solidFill>
                  <a:schemeClr val="bg1">
                    <a:lumMod val="50000"/>
                  </a:schemeClr>
                </a:solidFill>
                <a:latin typeface="+mn-ea"/>
                <a:cs typeface="汉仪典雅体简" panose="00020600040101010101" pitchFamily="18" charset="-122"/>
              </a:defRPr>
            </a:lvl1pPr>
          </a:lstStyle>
          <a:p>
            <a:pPr algn="l"/>
            <a:r>
              <a:rPr lang="zh-CN" altLang="en-US" dirty="0"/>
              <a:t>单击此处输入你的正文， 文字是您思想的提炼，为了最终演示发布的良好效果</a:t>
            </a:r>
            <a:endParaRPr lang="en-US" altLang="zh-CN" dirty="0"/>
          </a:p>
        </p:txBody>
      </p:sp>
      <p:sp>
        <p:nvSpPr>
          <p:cNvPr id="35" name="文本框 34">
            <a:extLst>
              <a:ext uri="{FF2B5EF4-FFF2-40B4-BE49-F238E27FC236}">
                <a16:creationId xmlns:a16="http://schemas.microsoft.com/office/drawing/2014/main" id="{F675CE04-3807-D270-9FE6-9623DAB6AF59}"/>
              </a:ext>
            </a:extLst>
          </p:cNvPr>
          <p:cNvSpPr txBox="1"/>
          <p:nvPr/>
        </p:nvSpPr>
        <p:spPr>
          <a:xfrm>
            <a:off x="1109431" y="4953271"/>
            <a:ext cx="514885" cy="276999"/>
          </a:xfrm>
          <a:prstGeom prst="rect">
            <a:avLst/>
          </a:prstGeom>
          <a:noFill/>
        </p:spPr>
        <p:txBody>
          <a:bodyPr wrap="none" rtlCol="0">
            <a:spAutoFit/>
          </a:bodyPr>
          <a:lstStyle/>
          <a:p>
            <a:pPr algn="ctr"/>
            <a:r>
              <a:rPr kumimoji="1" lang="en-US" altLang="zh-CN" sz="1200" dirty="0">
                <a:solidFill>
                  <a:schemeClr val="tx1">
                    <a:lumMod val="75000"/>
                    <a:lumOff val="25000"/>
                  </a:schemeClr>
                </a:solidFill>
                <a:latin typeface="+mj-ea"/>
                <a:ea typeface="+mj-ea"/>
              </a:rPr>
              <a:t>66%</a:t>
            </a:r>
            <a:endParaRPr kumimoji="1" lang="zh-CN" altLang="en-US" sz="1200" dirty="0">
              <a:solidFill>
                <a:schemeClr val="tx1">
                  <a:lumMod val="75000"/>
                  <a:lumOff val="25000"/>
                </a:schemeClr>
              </a:solidFill>
              <a:latin typeface="+mj-ea"/>
              <a:ea typeface="+mj-ea"/>
            </a:endParaRPr>
          </a:p>
        </p:txBody>
      </p:sp>
      <p:sp>
        <p:nvSpPr>
          <p:cNvPr id="36" name="同心圆 35">
            <a:extLst>
              <a:ext uri="{FF2B5EF4-FFF2-40B4-BE49-F238E27FC236}">
                <a16:creationId xmlns:a16="http://schemas.microsoft.com/office/drawing/2014/main" id="{252635D7-E556-F286-FB40-4DDBE4A0EE4F}"/>
              </a:ext>
            </a:extLst>
          </p:cNvPr>
          <p:cNvSpPr/>
          <p:nvPr/>
        </p:nvSpPr>
        <p:spPr>
          <a:xfrm>
            <a:off x="5951362" y="4695769"/>
            <a:ext cx="792002" cy="792002"/>
          </a:xfrm>
          <a:prstGeom prst="donut">
            <a:avLst>
              <a:gd name="adj" fmla="val 1543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7" name="空心弧 36">
            <a:extLst>
              <a:ext uri="{FF2B5EF4-FFF2-40B4-BE49-F238E27FC236}">
                <a16:creationId xmlns:a16="http://schemas.microsoft.com/office/drawing/2014/main" id="{87BB2234-0865-F48F-FE00-66C67AF8DEEE}"/>
              </a:ext>
            </a:extLst>
          </p:cNvPr>
          <p:cNvSpPr/>
          <p:nvPr/>
        </p:nvSpPr>
        <p:spPr>
          <a:xfrm rot="4500000">
            <a:off x="5951362" y="4695769"/>
            <a:ext cx="792002" cy="792002"/>
          </a:xfrm>
          <a:prstGeom prst="blockArc">
            <a:avLst>
              <a:gd name="adj1" fmla="val 11724721"/>
              <a:gd name="adj2" fmla="val 5321469"/>
              <a:gd name="adj3" fmla="val 16191"/>
            </a:avLst>
          </a:prstGeom>
          <a:gradFill>
            <a:gsLst>
              <a:gs pos="0">
                <a:srgbClr val="0070C0"/>
              </a:gs>
              <a:gs pos="100000">
                <a:schemeClr val="accent5">
                  <a:lumMod val="75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8" name="矩形: 圆角 93">
            <a:extLst>
              <a:ext uri="{FF2B5EF4-FFF2-40B4-BE49-F238E27FC236}">
                <a16:creationId xmlns:a16="http://schemas.microsoft.com/office/drawing/2014/main" id="{DF559CA8-6212-4AC5-5F5A-9F4C7795539A}"/>
              </a:ext>
            </a:extLst>
          </p:cNvPr>
          <p:cNvSpPr/>
          <p:nvPr/>
        </p:nvSpPr>
        <p:spPr>
          <a:xfrm>
            <a:off x="6821731" y="4655605"/>
            <a:ext cx="1392741" cy="417693"/>
          </a:xfrm>
          <a:prstGeom prst="roundRect">
            <a:avLst>
              <a:gd name="adj" fmla="val 50000"/>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1">
                    <a:lumMod val="75000"/>
                    <a:lumOff val="25000"/>
                  </a:schemeClr>
                </a:solidFill>
                <a:effectLst/>
                <a:uLnTx/>
                <a:uFillTx/>
                <a:latin typeface="+mj-ea"/>
                <a:ea typeface="+mj-ea"/>
                <a:cs typeface="+mn-cs"/>
              </a:rPr>
              <a:t>添加小标题</a:t>
            </a:r>
          </a:p>
        </p:txBody>
      </p:sp>
      <p:sp>
        <p:nvSpPr>
          <p:cNvPr id="39" name="文本框 38">
            <a:extLst>
              <a:ext uri="{FF2B5EF4-FFF2-40B4-BE49-F238E27FC236}">
                <a16:creationId xmlns:a16="http://schemas.microsoft.com/office/drawing/2014/main" id="{42889F40-8C21-1BCB-3A3B-1F36603E26C8}"/>
              </a:ext>
            </a:extLst>
          </p:cNvPr>
          <p:cNvSpPr txBox="1"/>
          <p:nvPr/>
        </p:nvSpPr>
        <p:spPr>
          <a:xfrm>
            <a:off x="6878832" y="4971876"/>
            <a:ext cx="3051060" cy="534634"/>
          </a:xfrm>
          <a:prstGeom prst="rect">
            <a:avLst/>
          </a:prstGeom>
          <a:noFill/>
        </p:spPr>
        <p:txBody>
          <a:bodyPr wrap="square">
            <a:spAutoFit/>
          </a:bodyPr>
          <a:lstStyle>
            <a:defPPr>
              <a:defRPr lang="zh-CN"/>
            </a:defPPr>
            <a:lvl1pPr algn="ctr">
              <a:lnSpc>
                <a:spcPct val="130000"/>
              </a:lnSpc>
              <a:defRPr sz="1200">
                <a:solidFill>
                  <a:schemeClr val="bg1">
                    <a:lumMod val="50000"/>
                  </a:schemeClr>
                </a:solidFill>
                <a:latin typeface="+mn-ea"/>
                <a:cs typeface="汉仪典雅体简" panose="00020600040101010101" pitchFamily="18" charset="-122"/>
              </a:defRPr>
            </a:lvl1pPr>
          </a:lstStyle>
          <a:p>
            <a:pPr algn="l"/>
            <a:r>
              <a:rPr lang="zh-CN" altLang="en-US" dirty="0"/>
              <a:t>单击此处输入你的正文， 文字是您思想的提炼，为了最终演示发布的良好效果</a:t>
            </a:r>
            <a:endParaRPr lang="en-US" altLang="zh-CN" dirty="0"/>
          </a:p>
        </p:txBody>
      </p:sp>
      <p:sp>
        <p:nvSpPr>
          <p:cNvPr id="40" name="文本框 39">
            <a:extLst>
              <a:ext uri="{FF2B5EF4-FFF2-40B4-BE49-F238E27FC236}">
                <a16:creationId xmlns:a16="http://schemas.microsoft.com/office/drawing/2014/main" id="{C3494322-C1E3-341E-7615-525884334427}"/>
              </a:ext>
            </a:extLst>
          </p:cNvPr>
          <p:cNvSpPr txBox="1"/>
          <p:nvPr/>
        </p:nvSpPr>
        <p:spPr>
          <a:xfrm>
            <a:off x="6109852" y="4953270"/>
            <a:ext cx="514886" cy="276999"/>
          </a:xfrm>
          <a:prstGeom prst="rect">
            <a:avLst/>
          </a:prstGeom>
          <a:noFill/>
        </p:spPr>
        <p:txBody>
          <a:bodyPr wrap="none" rtlCol="0">
            <a:spAutoFit/>
          </a:bodyPr>
          <a:lstStyle/>
          <a:p>
            <a:pPr algn="ctr"/>
            <a:r>
              <a:rPr kumimoji="1" lang="en-US" altLang="zh-CN" sz="1200" dirty="0">
                <a:solidFill>
                  <a:schemeClr val="tx1">
                    <a:lumMod val="75000"/>
                    <a:lumOff val="25000"/>
                  </a:schemeClr>
                </a:solidFill>
                <a:latin typeface="+mj-ea"/>
                <a:ea typeface="+mj-ea"/>
              </a:rPr>
              <a:t>72%</a:t>
            </a:r>
            <a:endParaRPr kumimoji="1" lang="zh-CN" altLang="en-US" sz="1200" dirty="0">
              <a:solidFill>
                <a:schemeClr val="tx1">
                  <a:lumMod val="75000"/>
                  <a:lumOff val="25000"/>
                </a:schemeClr>
              </a:solidFill>
              <a:latin typeface="+mj-ea"/>
              <a:ea typeface="+mj-ea"/>
            </a:endParaRPr>
          </a:p>
        </p:txBody>
      </p:sp>
    </p:spTree>
    <p:extLst>
      <p:ext uri="{BB962C8B-B14F-4D97-AF65-F5344CB8AC3E}">
        <p14:creationId xmlns:p14="http://schemas.microsoft.com/office/powerpoint/2010/main" val="2864377312"/>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F84C8-4FB1-67EC-078E-C31F18276271}"/>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2773C8AA-2519-F960-539E-91F709A19DAE}"/>
              </a:ext>
            </a:extLst>
          </p:cNvPr>
          <p:cNvSpPr txBox="1"/>
          <p:nvPr/>
        </p:nvSpPr>
        <p:spPr>
          <a:xfrm>
            <a:off x="104246" y="252751"/>
            <a:ext cx="3121554" cy="646331"/>
          </a:xfrm>
          <a:prstGeom prst="rect">
            <a:avLst/>
          </a:prstGeom>
          <a:noFill/>
        </p:spPr>
        <p:txBody>
          <a:bodyPr wrap="square" rtlCol="0">
            <a:spAutoFit/>
          </a:bodyPr>
          <a:lstStyle/>
          <a:p>
            <a:pPr algn="dist"/>
            <a:r>
              <a:rPr kumimoji="1" lang="zh-CN" altLang="en-US" sz="3600" dirty="0">
                <a:solidFill>
                  <a:schemeClr val="bg1"/>
                </a:solidFill>
                <a:latin typeface="+mj-ea"/>
                <a:ea typeface="+mj-ea"/>
              </a:rPr>
              <a:t>下步工作目标</a:t>
            </a:r>
          </a:p>
        </p:txBody>
      </p:sp>
      <p:sp>
        <p:nvSpPr>
          <p:cNvPr id="3" name="文本框 2">
            <a:extLst>
              <a:ext uri="{FF2B5EF4-FFF2-40B4-BE49-F238E27FC236}">
                <a16:creationId xmlns:a16="http://schemas.microsoft.com/office/drawing/2014/main" id="{831A8217-9417-BEE6-8867-9DD1E01F0C6C}"/>
              </a:ext>
            </a:extLst>
          </p:cNvPr>
          <p:cNvSpPr txBox="1"/>
          <p:nvPr/>
        </p:nvSpPr>
        <p:spPr>
          <a:xfrm>
            <a:off x="2006581" y="5260570"/>
            <a:ext cx="550151" cy="307777"/>
          </a:xfrm>
          <a:prstGeom prst="rect">
            <a:avLst/>
          </a:prstGeom>
          <a:noFill/>
          <a:effectLst/>
        </p:spPr>
        <p:txBody>
          <a:bodyPr wrap="square" rtlCol="0">
            <a:noAutofit/>
          </a:bodyPr>
          <a:lstStyle/>
          <a:p>
            <a:pPr algn="ctr">
              <a:defRPr/>
            </a:pPr>
            <a:r>
              <a:rPr lang="en-US" altLang="zh-CN" dirty="0">
                <a:solidFill>
                  <a:schemeClr val="tx1">
                    <a:lumMod val="75000"/>
                    <a:lumOff val="25000"/>
                  </a:schemeClr>
                </a:solidFill>
                <a:latin typeface="+mj-ea"/>
                <a:ea typeface="+mj-ea"/>
              </a:rPr>
              <a:t>01</a:t>
            </a:r>
            <a:endParaRPr lang="zh-CN" altLang="en-US" dirty="0">
              <a:solidFill>
                <a:schemeClr val="tx1">
                  <a:lumMod val="75000"/>
                  <a:lumOff val="25000"/>
                </a:schemeClr>
              </a:solidFill>
              <a:latin typeface="+mj-ea"/>
              <a:ea typeface="+mj-ea"/>
            </a:endParaRPr>
          </a:p>
        </p:txBody>
      </p:sp>
      <p:cxnSp>
        <p:nvCxnSpPr>
          <p:cNvPr id="4" name="直接连接符 2">
            <a:extLst>
              <a:ext uri="{FF2B5EF4-FFF2-40B4-BE49-F238E27FC236}">
                <a16:creationId xmlns:a16="http://schemas.microsoft.com/office/drawing/2014/main" id="{9AF37ADB-6205-3185-C5BD-EC1D72B69E34}"/>
              </a:ext>
            </a:extLst>
          </p:cNvPr>
          <p:cNvCxnSpPr>
            <a:cxnSpLocks/>
          </p:cNvCxnSpPr>
          <p:nvPr/>
        </p:nvCxnSpPr>
        <p:spPr>
          <a:xfrm>
            <a:off x="1035049" y="2704237"/>
            <a:ext cx="10121900" cy="0"/>
          </a:xfrm>
          <a:prstGeom prst="line">
            <a:avLst/>
          </a:prstGeom>
          <a:noFill/>
          <a:ln w="50800" cap="flat" cmpd="sng" algn="ctr">
            <a:solidFill>
              <a:schemeClr val="bg1">
                <a:lumMod val="75000"/>
              </a:schemeClr>
            </a:solidFill>
            <a:prstDash val="solid"/>
            <a:miter lim="800000"/>
          </a:ln>
          <a:effectLst/>
        </p:spPr>
      </p:cxnSp>
      <p:sp>
        <p:nvSpPr>
          <p:cNvPr id="5" name="任意多边形 31">
            <a:extLst>
              <a:ext uri="{FF2B5EF4-FFF2-40B4-BE49-F238E27FC236}">
                <a16:creationId xmlns:a16="http://schemas.microsoft.com/office/drawing/2014/main" id="{A09A881C-9D3E-3CFA-C7BB-AEB9686EC10D}"/>
              </a:ext>
            </a:extLst>
          </p:cNvPr>
          <p:cNvSpPr/>
          <p:nvPr/>
        </p:nvSpPr>
        <p:spPr>
          <a:xfrm rot="5400000">
            <a:off x="727526" y="3657190"/>
            <a:ext cx="3111500" cy="1765300"/>
          </a:xfrm>
          <a:custGeom>
            <a:avLst/>
            <a:gdLst>
              <a:gd name="connsiteX0" fmla="*/ 2169904 w 3111500"/>
              <a:gd name="connsiteY0" fmla="*/ 887506 h 1765300"/>
              <a:gd name="connsiteX1" fmla="*/ 2444979 w 3111500"/>
              <a:gd name="connsiteY1" fmla="*/ 1162581 h 1765300"/>
              <a:gd name="connsiteX2" fmla="*/ 2720054 w 3111500"/>
              <a:gd name="connsiteY2" fmla="*/ 887506 h 1765300"/>
              <a:gd name="connsiteX3" fmla="*/ 2444979 w 3111500"/>
              <a:gd name="connsiteY3" fmla="*/ 612431 h 1765300"/>
              <a:gd name="connsiteX4" fmla="*/ 2169904 w 3111500"/>
              <a:gd name="connsiteY4" fmla="*/ 887506 h 1765300"/>
              <a:gd name="connsiteX5" fmla="*/ 0 w 3111500"/>
              <a:gd name="connsiteY5" fmla="*/ 1765300 h 1765300"/>
              <a:gd name="connsiteX6" fmla="*/ 0 w 3111500"/>
              <a:gd name="connsiteY6" fmla="*/ 0 h 1765300"/>
              <a:gd name="connsiteX7" fmla="*/ 2419344 w 3111500"/>
              <a:gd name="connsiteY7" fmla="*/ 0 h 1765300"/>
              <a:gd name="connsiteX8" fmla="*/ 3111500 w 3111500"/>
              <a:gd name="connsiteY8" fmla="*/ 882650 h 1765300"/>
              <a:gd name="connsiteX9" fmla="*/ 2419344 w 3111500"/>
              <a:gd name="connsiteY9" fmla="*/ 1765300 h 176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1500" h="1765300">
                <a:moveTo>
                  <a:pt x="2169904" y="887506"/>
                </a:moveTo>
                <a:cubicBezTo>
                  <a:pt x="2169904" y="1039426"/>
                  <a:pt x="2293059" y="1162581"/>
                  <a:pt x="2444979" y="1162581"/>
                </a:cubicBezTo>
                <a:cubicBezTo>
                  <a:pt x="2596899" y="1162581"/>
                  <a:pt x="2720054" y="1039426"/>
                  <a:pt x="2720054" y="887506"/>
                </a:cubicBezTo>
                <a:cubicBezTo>
                  <a:pt x="2720054" y="735586"/>
                  <a:pt x="2596899" y="612431"/>
                  <a:pt x="2444979" y="612431"/>
                </a:cubicBezTo>
                <a:cubicBezTo>
                  <a:pt x="2293059" y="612431"/>
                  <a:pt x="2169904" y="735586"/>
                  <a:pt x="2169904" y="887506"/>
                </a:cubicBezTo>
                <a:close/>
                <a:moveTo>
                  <a:pt x="0" y="1765300"/>
                </a:moveTo>
                <a:lnTo>
                  <a:pt x="0" y="0"/>
                </a:lnTo>
                <a:lnTo>
                  <a:pt x="2419344" y="0"/>
                </a:lnTo>
                <a:lnTo>
                  <a:pt x="3111500" y="882650"/>
                </a:lnTo>
                <a:lnTo>
                  <a:pt x="2419344" y="1765300"/>
                </a:lnTo>
                <a:close/>
              </a:path>
            </a:pathLst>
          </a:custGeom>
          <a:gradFill>
            <a:gsLst>
              <a:gs pos="0">
                <a:srgbClr val="0070C0"/>
              </a:gs>
              <a:gs pos="100000">
                <a:schemeClr val="accent5">
                  <a:lumMod val="75000"/>
                </a:schemeClr>
              </a:gs>
            </a:gsLst>
            <a:lin ang="18900000" scaled="1"/>
          </a:gradFill>
          <a:ln w="38100" cap="flat" cmpd="sng" algn="ctr">
            <a:noFill/>
            <a:prstDash val="solid"/>
            <a:miter lim="800000"/>
          </a:ln>
          <a:effectLst/>
        </p:spPr>
        <p:txBody>
          <a:bodyPr wrap="none" lIns="0" tIns="0" rIns="0" bIns="0" anchor="ctr"/>
          <a:lstStyle/>
          <a:p>
            <a:pPr algn="ctr" defTabSz="1344077"/>
            <a:endParaRPr lang="zh-CN" altLang="en-US" sz="6400" kern="0">
              <a:solidFill>
                <a:srgbClr val="298771"/>
              </a:solidFill>
              <a:latin typeface="思源黑体" panose="020B0500000000000000" pitchFamily="34" charset="-122"/>
              <a:ea typeface="思源黑体" panose="020B0500000000000000" pitchFamily="34" charset="-122"/>
            </a:endParaRPr>
          </a:p>
        </p:txBody>
      </p:sp>
      <p:sp>
        <p:nvSpPr>
          <p:cNvPr id="6" name="文本框 5">
            <a:extLst>
              <a:ext uri="{FF2B5EF4-FFF2-40B4-BE49-F238E27FC236}">
                <a16:creationId xmlns:a16="http://schemas.microsoft.com/office/drawing/2014/main" id="{E93E7239-E146-CFB0-04AD-FA12399101AD}"/>
              </a:ext>
            </a:extLst>
          </p:cNvPr>
          <p:cNvSpPr txBox="1"/>
          <p:nvPr/>
        </p:nvSpPr>
        <p:spPr>
          <a:xfrm>
            <a:off x="1549742" y="3292563"/>
            <a:ext cx="1467068" cy="400110"/>
          </a:xfrm>
          <a:prstGeom prst="rect">
            <a:avLst/>
          </a:prstGeom>
          <a:noFill/>
          <a:effectLst/>
        </p:spPr>
        <p:txBody>
          <a:bodyPr wrap="none" rtlCol="0">
            <a:noAutofit/>
          </a:bodyPr>
          <a:lstStyle/>
          <a:p>
            <a:pPr algn="ctr"/>
            <a:r>
              <a:rPr lang="zh-CN" altLang="en-US" dirty="0">
                <a:solidFill>
                  <a:srgbClr val="F0F0F0"/>
                </a:solidFill>
                <a:latin typeface="+mj-ea"/>
                <a:ea typeface="+mj-ea"/>
              </a:rPr>
              <a:t>添加标题</a:t>
            </a:r>
          </a:p>
        </p:txBody>
      </p:sp>
      <p:sp>
        <p:nvSpPr>
          <p:cNvPr id="7" name="文本框 6">
            <a:extLst>
              <a:ext uri="{FF2B5EF4-FFF2-40B4-BE49-F238E27FC236}">
                <a16:creationId xmlns:a16="http://schemas.microsoft.com/office/drawing/2014/main" id="{C95437B4-827E-CE9D-4D1E-09ED32E4F64A}"/>
              </a:ext>
            </a:extLst>
          </p:cNvPr>
          <p:cNvSpPr txBox="1"/>
          <p:nvPr/>
        </p:nvSpPr>
        <p:spPr>
          <a:xfrm>
            <a:off x="1400626" y="3916347"/>
            <a:ext cx="1768537" cy="1015663"/>
          </a:xfrm>
          <a:prstGeom prst="rect">
            <a:avLst/>
          </a:prstGeom>
          <a:noFill/>
          <a:effectLst/>
        </p:spPr>
        <p:txBody>
          <a:bodyPr wrap="square" rtlCol="0">
            <a:noAutofit/>
          </a:bodyPr>
          <a:lstStyle/>
          <a:p>
            <a:pPr algn="ctr">
              <a:lnSpc>
                <a:spcPct val="130000"/>
              </a:lnSpc>
            </a:pPr>
            <a:r>
              <a:rPr lang="zh-CN" altLang="en-US" sz="1200" dirty="0">
                <a:solidFill>
                  <a:schemeClr val="bg1"/>
                </a:solidFill>
                <a:latin typeface="+mn-ea"/>
              </a:rPr>
              <a:t>这里输入你的正文，阐述与关键词标题相关的具体内容，若字数太多酌情先删减文案</a:t>
            </a:r>
          </a:p>
        </p:txBody>
      </p:sp>
      <p:cxnSp>
        <p:nvCxnSpPr>
          <p:cNvPr id="8" name="直接连接符 8">
            <a:extLst>
              <a:ext uri="{FF2B5EF4-FFF2-40B4-BE49-F238E27FC236}">
                <a16:creationId xmlns:a16="http://schemas.microsoft.com/office/drawing/2014/main" id="{51B6BB2D-851D-1412-EC6C-06DB5B4161BE}"/>
              </a:ext>
            </a:extLst>
          </p:cNvPr>
          <p:cNvCxnSpPr/>
          <p:nvPr/>
        </p:nvCxnSpPr>
        <p:spPr>
          <a:xfrm>
            <a:off x="2281656" y="2704237"/>
            <a:ext cx="1620" cy="279853"/>
          </a:xfrm>
          <a:prstGeom prst="line">
            <a:avLst/>
          </a:prstGeom>
          <a:noFill/>
          <a:ln w="25400" cap="flat" cmpd="sng" algn="ctr">
            <a:solidFill>
              <a:schemeClr val="bg1">
                <a:lumMod val="75000"/>
              </a:schemeClr>
            </a:solidFill>
            <a:prstDash val="sysDash"/>
            <a:miter lim="800000"/>
          </a:ln>
          <a:effectLst/>
        </p:spPr>
      </p:cxnSp>
      <p:cxnSp>
        <p:nvCxnSpPr>
          <p:cNvPr id="9" name="直接连接符 9">
            <a:extLst>
              <a:ext uri="{FF2B5EF4-FFF2-40B4-BE49-F238E27FC236}">
                <a16:creationId xmlns:a16="http://schemas.microsoft.com/office/drawing/2014/main" id="{02E87051-DB65-F721-2B64-B9D8ED8FB4F6}"/>
              </a:ext>
            </a:extLst>
          </p:cNvPr>
          <p:cNvCxnSpPr/>
          <p:nvPr/>
        </p:nvCxnSpPr>
        <p:spPr>
          <a:xfrm>
            <a:off x="4827380" y="2704237"/>
            <a:ext cx="1620" cy="279853"/>
          </a:xfrm>
          <a:prstGeom prst="line">
            <a:avLst/>
          </a:prstGeom>
          <a:noFill/>
          <a:ln w="25400" cap="flat" cmpd="sng" algn="ctr">
            <a:solidFill>
              <a:schemeClr val="bg1">
                <a:lumMod val="75000"/>
              </a:schemeClr>
            </a:solidFill>
            <a:prstDash val="sysDash"/>
            <a:miter lim="800000"/>
          </a:ln>
          <a:effectLst/>
        </p:spPr>
      </p:cxnSp>
      <p:cxnSp>
        <p:nvCxnSpPr>
          <p:cNvPr id="10" name="直接连接符 18">
            <a:extLst>
              <a:ext uri="{FF2B5EF4-FFF2-40B4-BE49-F238E27FC236}">
                <a16:creationId xmlns:a16="http://schemas.microsoft.com/office/drawing/2014/main" id="{ACF0A900-5056-A604-6B42-045D3825F499}"/>
              </a:ext>
            </a:extLst>
          </p:cNvPr>
          <p:cNvCxnSpPr/>
          <p:nvPr/>
        </p:nvCxnSpPr>
        <p:spPr>
          <a:xfrm>
            <a:off x="7361380" y="2704237"/>
            <a:ext cx="1620" cy="279853"/>
          </a:xfrm>
          <a:prstGeom prst="line">
            <a:avLst/>
          </a:prstGeom>
          <a:noFill/>
          <a:ln w="25400" cap="flat" cmpd="sng" algn="ctr">
            <a:solidFill>
              <a:schemeClr val="bg1">
                <a:lumMod val="75000"/>
              </a:schemeClr>
            </a:solidFill>
            <a:prstDash val="sysDash"/>
            <a:miter lim="800000"/>
          </a:ln>
          <a:effectLst/>
        </p:spPr>
      </p:cxnSp>
      <p:cxnSp>
        <p:nvCxnSpPr>
          <p:cNvPr id="11" name="直接连接符 19">
            <a:extLst>
              <a:ext uri="{FF2B5EF4-FFF2-40B4-BE49-F238E27FC236}">
                <a16:creationId xmlns:a16="http://schemas.microsoft.com/office/drawing/2014/main" id="{F99C6D7A-C4A4-BF17-1DBE-502BDEAB1C3B}"/>
              </a:ext>
            </a:extLst>
          </p:cNvPr>
          <p:cNvCxnSpPr/>
          <p:nvPr/>
        </p:nvCxnSpPr>
        <p:spPr>
          <a:xfrm>
            <a:off x="9910342" y="2704237"/>
            <a:ext cx="1620" cy="279853"/>
          </a:xfrm>
          <a:prstGeom prst="line">
            <a:avLst/>
          </a:prstGeom>
          <a:noFill/>
          <a:ln w="25400" cap="flat" cmpd="sng" algn="ctr">
            <a:solidFill>
              <a:schemeClr val="bg1">
                <a:lumMod val="75000"/>
              </a:schemeClr>
            </a:solidFill>
            <a:prstDash val="sysDash"/>
            <a:miter lim="800000"/>
          </a:ln>
          <a:effectLst/>
        </p:spPr>
      </p:cxnSp>
      <p:cxnSp>
        <p:nvCxnSpPr>
          <p:cNvPr id="12" name="直接连接符 20">
            <a:extLst>
              <a:ext uri="{FF2B5EF4-FFF2-40B4-BE49-F238E27FC236}">
                <a16:creationId xmlns:a16="http://schemas.microsoft.com/office/drawing/2014/main" id="{87DB44A9-1F55-D802-F657-066D5ED6B485}"/>
              </a:ext>
            </a:extLst>
          </p:cNvPr>
          <p:cNvCxnSpPr>
            <a:cxnSpLocks/>
          </p:cNvCxnSpPr>
          <p:nvPr/>
        </p:nvCxnSpPr>
        <p:spPr>
          <a:xfrm>
            <a:off x="2114991" y="3745828"/>
            <a:ext cx="288032" cy="0"/>
          </a:xfrm>
          <a:prstGeom prst="line">
            <a:avLst/>
          </a:prstGeom>
          <a:noFill/>
          <a:ln w="25400" cap="flat" cmpd="sng" algn="ctr">
            <a:solidFill>
              <a:srgbClr val="F0F0F0"/>
            </a:solidFill>
            <a:prstDash val="solid"/>
            <a:miter lim="800000"/>
          </a:ln>
          <a:effectLst/>
        </p:spPr>
      </p:cxnSp>
      <p:sp>
        <p:nvSpPr>
          <p:cNvPr id="13" name="文本框 12">
            <a:extLst>
              <a:ext uri="{FF2B5EF4-FFF2-40B4-BE49-F238E27FC236}">
                <a16:creationId xmlns:a16="http://schemas.microsoft.com/office/drawing/2014/main" id="{05965EF7-165B-9916-B25F-A80C2AC3B76F}"/>
              </a:ext>
            </a:extLst>
          </p:cNvPr>
          <p:cNvSpPr txBox="1"/>
          <p:nvPr/>
        </p:nvSpPr>
        <p:spPr>
          <a:xfrm>
            <a:off x="4538962" y="5260570"/>
            <a:ext cx="550151" cy="307777"/>
          </a:xfrm>
          <a:prstGeom prst="rect">
            <a:avLst/>
          </a:prstGeom>
          <a:noFill/>
          <a:effectLst/>
        </p:spPr>
        <p:txBody>
          <a:bodyPr wrap="square" rtlCol="0">
            <a:noAutofit/>
          </a:bodyPr>
          <a:lstStyle/>
          <a:p>
            <a:pPr algn="ctr">
              <a:defRPr/>
            </a:pPr>
            <a:r>
              <a:rPr lang="en-US" altLang="zh-CN" dirty="0">
                <a:solidFill>
                  <a:schemeClr val="tx1">
                    <a:lumMod val="75000"/>
                    <a:lumOff val="25000"/>
                  </a:schemeClr>
                </a:solidFill>
                <a:latin typeface="+mj-ea"/>
                <a:ea typeface="+mj-ea"/>
              </a:rPr>
              <a:t>02</a:t>
            </a:r>
            <a:endParaRPr lang="zh-CN" altLang="en-US" dirty="0">
              <a:solidFill>
                <a:schemeClr val="tx1">
                  <a:lumMod val="75000"/>
                  <a:lumOff val="25000"/>
                </a:schemeClr>
              </a:solidFill>
              <a:latin typeface="+mj-ea"/>
              <a:ea typeface="+mj-ea"/>
            </a:endParaRPr>
          </a:p>
        </p:txBody>
      </p:sp>
      <p:sp>
        <p:nvSpPr>
          <p:cNvPr id="14" name="任意多边形 40">
            <a:extLst>
              <a:ext uri="{FF2B5EF4-FFF2-40B4-BE49-F238E27FC236}">
                <a16:creationId xmlns:a16="http://schemas.microsoft.com/office/drawing/2014/main" id="{6E62A169-8407-EE5C-4BB8-E1D5D388A8B7}"/>
              </a:ext>
            </a:extLst>
          </p:cNvPr>
          <p:cNvSpPr/>
          <p:nvPr/>
        </p:nvSpPr>
        <p:spPr>
          <a:xfrm rot="5400000">
            <a:off x="3259907" y="3657190"/>
            <a:ext cx="3111500" cy="1765300"/>
          </a:xfrm>
          <a:custGeom>
            <a:avLst/>
            <a:gdLst>
              <a:gd name="connsiteX0" fmla="*/ 2169904 w 3111500"/>
              <a:gd name="connsiteY0" fmla="*/ 887506 h 1765300"/>
              <a:gd name="connsiteX1" fmla="*/ 2444979 w 3111500"/>
              <a:gd name="connsiteY1" fmla="*/ 1162581 h 1765300"/>
              <a:gd name="connsiteX2" fmla="*/ 2720054 w 3111500"/>
              <a:gd name="connsiteY2" fmla="*/ 887506 h 1765300"/>
              <a:gd name="connsiteX3" fmla="*/ 2444979 w 3111500"/>
              <a:gd name="connsiteY3" fmla="*/ 612431 h 1765300"/>
              <a:gd name="connsiteX4" fmla="*/ 2169904 w 3111500"/>
              <a:gd name="connsiteY4" fmla="*/ 887506 h 1765300"/>
              <a:gd name="connsiteX5" fmla="*/ 0 w 3111500"/>
              <a:gd name="connsiteY5" fmla="*/ 1765300 h 1765300"/>
              <a:gd name="connsiteX6" fmla="*/ 0 w 3111500"/>
              <a:gd name="connsiteY6" fmla="*/ 0 h 1765300"/>
              <a:gd name="connsiteX7" fmla="*/ 2419344 w 3111500"/>
              <a:gd name="connsiteY7" fmla="*/ 0 h 1765300"/>
              <a:gd name="connsiteX8" fmla="*/ 3111500 w 3111500"/>
              <a:gd name="connsiteY8" fmla="*/ 882650 h 1765300"/>
              <a:gd name="connsiteX9" fmla="*/ 2419344 w 3111500"/>
              <a:gd name="connsiteY9" fmla="*/ 1765300 h 176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1500" h="1765300">
                <a:moveTo>
                  <a:pt x="2169904" y="887506"/>
                </a:moveTo>
                <a:cubicBezTo>
                  <a:pt x="2169904" y="1039426"/>
                  <a:pt x="2293059" y="1162581"/>
                  <a:pt x="2444979" y="1162581"/>
                </a:cubicBezTo>
                <a:cubicBezTo>
                  <a:pt x="2596899" y="1162581"/>
                  <a:pt x="2720054" y="1039426"/>
                  <a:pt x="2720054" y="887506"/>
                </a:cubicBezTo>
                <a:cubicBezTo>
                  <a:pt x="2720054" y="735586"/>
                  <a:pt x="2596899" y="612431"/>
                  <a:pt x="2444979" y="612431"/>
                </a:cubicBezTo>
                <a:cubicBezTo>
                  <a:pt x="2293059" y="612431"/>
                  <a:pt x="2169904" y="735586"/>
                  <a:pt x="2169904" y="887506"/>
                </a:cubicBezTo>
                <a:close/>
                <a:moveTo>
                  <a:pt x="0" y="1765300"/>
                </a:moveTo>
                <a:lnTo>
                  <a:pt x="0" y="0"/>
                </a:lnTo>
                <a:lnTo>
                  <a:pt x="2419344" y="0"/>
                </a:lnTo>
                <a:lnTo>
                  <a:pt x="3111500" y="882650"/>
                </a:lnTo>
                <a:lnTo>
                  <a:pt x="2419344" y="1765300"/>
                </a:lnTo>
                <a:close/>
              </a:path>
            </a:pathLst>
          </a:custGeom>
          <a:gradFill>
            <a:gsLst>
              <a:gs pos="0">
                <a:srgbClr val="0070C0"/>
              </a:gs>
              <a:gs pos="100000">
                <a:schemeClr val="accent5">
                  <a:lumMod val="75000"/>
                </a:schemeClr>
              </a:gs>
            </a:gsLst>
            <a:lin ang="18900000" scaled="1"/>
          </a:gradFill>
          <a:ln w="38100" cap="flat" cmpd="sng" algn="ctr">
            <a:noFill/>
            <a:prstDash val="solid"/>
            <a:miter lim="800000"/>
          </a:ln>
          <a:effectLst/>
        </p:spPr>
        <p:txBody>
          <a:bodyPr wrap="none" lIns="0" tIns="0" rIns="0" bIns="0" anchor="ctr"/>
          <a:lstStyle/>
          <a:p>
            <a:pPr algn="ctr" defTabSz="1344077"/>
            <a:endParaRPr lang="zh-CN" altLang="en-US" sz="6400" kern="0">
              <a:solidFill>
                <a:srgbClr val="298771"/>
              </a:solidFill>
              <a:latin typeface="思源黑体" panose="020B0500000000000000" pitchFamily="34" charset="-122"/>
              <a:ea typeface="思源黑体" panose="020B0500000000000000" pitchFamily="34" charset="-122"/>
            </a:endParaRPr>
          </a:p>
        </p:txBody>
      </p:sp>
      <p:sp>
        <p:nvSpPr>
          <p:cNvPr id="15" name="文本框 14">
            <a:extLst>
              <a:ext uri="{FF2B5EF4-FFF2-40B4-BE49-F238E27FC236}">
                <a16:creationId xmlns:a16="http://schemas.microsoft.com/office/drawing/2014/main" id="{926DB4FA-A20E-97C0-9777-311D7218CE7B}"/>
              </a:ext>
            </a:extLst>
          </p:cNvPr>
          <p:cNvSpPr txBox="1"/>
          <p:nvPr/>
        </p:nvSpPr>
        <p:spPr>
          <a:xfrm>
            <a:off x="4082123" y="3292563"/>
            <a:ext cx="1467068" cy="400110"/>
          </a:xfrm>
          <a:prstGeom prst="rect">
            <a:avLst/>
          </a:prstGeom>
          <a:noFill/>
          <a:effectLst/>
        </p:spPr>
        <p:txBody>
          <a:bodyPr wrap="none" rtlCol="0">
            <a:noAutofit/>
          </a:bodyPr>
          <a:lstStyle/>
          <a:p>
            <a:pPr algn="ctr"/>
            <a:r>
              <a:rPr lang="zh-CN" altLang="en-US" dirty="0">
                <a:solidFill>
                  <a:srgbClr val="F0F0F0"/>
                </a:solidFill>
                <a:latin typeface="+mj-ea"/>
                <a:ea typeface="+mj-ea"/>
              </a:rPr>
              <a:t>添加标题</a:t>
            </a:r>
          </a:p>
        </p:txBody>
      </p:sp>
      <p:sp>
        <p:nvSpPr>
          <p:cNvPr id="16" name="文本框 15">
            <a:extLst>
              <a:ext uri="{FF2B5EF4-FFF2-40B4-BE49-F238E27FC236}">
                <a16:creationId xmlns:a16="http://schemas.microsoft.com/office/drawing/2014/main" id="{A0C0E953-D3D2-411E-608D-877100B6A23D}"/>
              </a:ext>
            </a:extLst>
          </p:cNvPr>
          <p:cNvSpPr txBox="1"/>
          <p:nvPr/>
        </p:nvSpPr>
        <p:spPr>
          <a:xfrm>
            <a:off x="3933007" y="3916347"/>
            <a:ext cx="1768537" cy="1015663"/>
          </a:xfrm>
          <a:prstGeom prst="rect">
            <a:avLst/>
          </a:prstGeom>
          <a:noFill/>
          <a:effectLst/>
        </p:spPr>
        <p:txBody>
          <a:bodyPr wrap="square" rtlCol="0">
            <a:noAutofit/>
          </a:bodyPr>
          <a:lstStyle/>
          <a:p>
            <a:pPr algn="ctr">
              <a:lnSpc>
                <a:spcPct val="130000"/>
              </a:lnSpc>
            </a:pPr>
            <a:r>
              <a:rPr lang="zh-CN" altLang="en-US" sz="1200" dirty="0">
                <a:solidFill>
                  <a:schemeClr val="bg1"/>
                </a:solidFill>
                <a:latin typeface="+mn-ea"/>
              </a:rPr>
              <a:t>这里输入你的正文，阐述与关键词标题相关的具体内容，若字数太多酌情先删减文案</a:t>
            </a:r>
          </a:p>
        </p:txBody>
      </p:sp>
      <p:cxnSp>
        <p:nvCxnSpPr>
          <p:cNvPr id="17" name="直接连接符 26">
            <a:extLst>
              <a:ext uri="{FF2B5EF4-FFF2-40B4-BE49-F238E27FC236}">
                <a16:creationId xmlns:a16="http://schemas.microsoft.com/office/drawing/2014/main" id="{9998496D-62DA-38EC-D4AF-9D163994EC63}"/>
              </a:ext>
            </a:extLst>
          </p:cNvPr>
          <p:cNvCxnSpPr>
            <a:cxnSpLocks/>
          </p:cNvCxnSpPr>
          <p:nvPr/>
        </p:nvCxnSpPr>
        <p:spPr>
          <a:xfrm>
            <a:off x="4644458" y="3753897"/>
            <a:ext cx="288032" cy="0"/>
          </a:xfrm>
          <a:prstGeom prst="line">
            <a:avLst/>
          </a:prstGeom>
          <a:noFill/>
          <a:ln w="25400" cap="flat" cmpd="sng" algn="ctr">
            <a:solidFill>
              <a:srgbClr val="F0F0F0"/>
            </a:solidFill>
            <a:prstDash val="solid"/>
            <a:miter lim="800000"/>
          </a:ln>
          <a:effectLst/>
        </p:spPr>
      </p:cxnSp>
      <p:sp>
        <p:nvSpPr>
          <p:cNvPr id="18" name="文本框 17">
            <a:extLst>
              <a:ext uri="{FF2B5EF4-FFF2-40B4-BE49-F238E27FC236}">
                <a16:creationId xmlns:a16="http://schemas.microsoft.com/office/drawing/2014/main" id="{CB3DB4B4-1E7F-3333-7782-49A5309C6747}"/>
              </a:ext>
            </a:extLst>
          </p:cNvPr>
          <p:cNvSpPr txBox="1"/>
          <p:nvPr/>
        </p:nvSpPr>
        <p:spPr>
          <a:xfrm>
            <a:off x="7071343" y="5260570"/>
            <a:ext cx="550151" cy="307777"/>
          </a:xfrm>
          <a:prstGeom prst="rect">
            <a:avLst/>
          </a:prstGeom>
          <a:noFill/>
          <a:effectLst/>
        </p:spPr>
        <p:txBody>
          <a:bodyPr wrap="square" rtlCol="0">
            <a:noAutofit/>
          </a:bodyPr>
          <a:lstStyle/>
          <a:p>
            <a:pPr algn="ctr">
              <a:defRPr/>
            </a:pPr>
            <a:r>
              <a:rPr lang="en-US" altLang="zh-CN" dirty="0">
                <a:solidFill>
                  <a:schemeClr val="tx1">
                    <a:lumMod val="75000"/>
                    <a:lumOff val="25000"/>
                  </a:schemeClr>
                </a:solidFill>
                <a:latin typeface="+mj-ea"/>
                <a:ea typeface="+mj-ea"/>
              </a:rPr>
              <a:t>03</a:t>
            </a:r>
            <a:endParaRPr lang="zh-CN" altLang="en-US" dirty="0">
              <a:solidFill>
                <a:schemeClr val="tx1">
                  <a:lumMod val="75000"/>
                  <a:lumOff val="25000"/>
                </a:schemeClr>
              </a:solidFill>
              <a:latin typeface="+mj-ea"/>
              <a:ea typeface="+mj-ea"/>
            </a:endParaRPr>
          </a:p>
        </p:txBody>
      </p:sp>
      <p:sp>
        <p:nvSpPr>
          <p:cNvPr id="19" name="任意多边形 45">
            <a:extLst>
              <a:ext uri="{FF2B5EF4-FFF2-40B4-BE49-F238E27FC236}">
                <a16:creationId xmlns:a16="http://schemas.microsoft.com/office/drawing/2014/main" id="{DDA19EB6-14F6-1D32-ACBE-EEB6E80C1AA3}"/>
              </a:ext>
            </a:extLst>
          </p:cNvPr>
          <p:cNvSpPr/>
          <p:nvPr/>
        </p:nvSpPr>
        <p:spPr>
          <a:xfrm rot="5400000">
            <a:off x="5792288" y="3657190"/>
            <a:ext cx="3111500" cy="1765300"/>
          </a:xfrm>
          <a:custGeom>
            <a:avLst/>
            <a:gdLst>
              <a:gd name="connsiteX0" fmla="*/ 2169904 w 3111500"/>
              <a:gd name="connsiteY0" fmla="*/ 887506 h 1765300"/>
              <a:gd name="connsiteX1" fmla="*/ 2444979 w 3111500"/>
              <a:gd name="connsiteY1" fmla="*/ 1162581 h 1765300"/>
              <a:gd name="connsiteX2" fmla="*/ 2720054 w 3111500"/>
              <a:gd name="connsiteY2" fmla="*/ 887506 h 1765300"/>
              <a:gd name="connsiteX3" fmla="*/ 2444979 w 3111500"/>
              <a:gd name="connsiteY3" fmla="*/ 612431 h 1765300"/>
              <a:gd name="connsiteX4" fmla="*/ 2169904 w 3111500"/>
              <a:gd name="connsiteY4" fmla="*/ 887506 h 1765300"/>
              <a:gd name="connsiteX5" fmla="*/ 0 w 3111500"/>
              <a:gd name="connsiteY5" fmla="*/ 1765300 h 1765300"/>
              <a:gd name="connsiteX6" fmla="*/ 0 w 3111500"/>
              <a:gd name="connsiteY6" fmla="*/ 0 h 1765300"/>
              <a:gd name="connsiteX7" fmla="*/ 2419344 w 3111500"/>
              <a:gd name="connsiteY7" fmla="*/ 0 h 1765300"/>
              <a:gd name="connsiteX8" fmla="*/ 3111500 w 3111500"/>
              <a:gd name="connsiteY8" fmla="*/ 882650 h 1765300"/>
              <a:gd name="connsiteX9" fmla="*/ 2419344 w 3111500"/>
              <a:gd name="connsiteY9" fmla="*/ 1765300 h 176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1500" h="1765300">
                <a:moveTo>
                  <a:pt x="2169904" y="887506"/>
                </a:moveTo>
                <a:cubicBezTo>
                  <a:pt x="2169904" y="1039426"/>
                  <a:pt x="2293059" y="1162581"/>
                  <a:pt x="2444979" y="1162581"/>
                </a:cubicBezTo>
                <a:cubicBezTo>
                  <a:pt x="2596899" y="1162581"/>
                  <a:pt x="2720054" y="1039426"/>
                  <a:pt x="2720054" y="887506"/>
                </a:cubicBezTo>
                <a:cubicBezTo>
                  <a:pt x="2720054" y="735586"/>
                  <a:pt x="2596899" y="612431"/>
                  <a:pt x="2444979" y="612431"/>
                </a:cubicBezTo>
                <a:cubicBezTo>
                  <a:pt x="2293059" y="612431"/>
                  <a:pt x="2169904" y="735586"/>
                  <a:pt x="2169904" y="887506"/>
                </a:cubicBezTo>
                <a:close/>
                <a:moveTo>
                  <a:pt x="0" y="1765300"/>
                </a:moveTo>
                <a:lnTo>
                  <a:pt x="0" y="0"/>
                </a:lnTo>
                <a:lnTo>
                  <a:pt x="2419344" y="0"/>
                </a:lnTo>
                <a:lnTo>
                  <a:pt x="3111500" y="882650"/>
                </a:lnTo>
                <a:lnTo>
                  <a:pt x="2419344" y="1765300"/>
                </a:lnTo>
                <a:close/>
              </a:path>
            </a:pathLst>
          </a:custGeom>
          <a:gradFill>
            <a:gsLst>
              <a:gs pos="0">
                <a:srgbClr val="0070C0"/>
              </a:gs>
              <a:gs pos="100000">
                <a:schemeClr val="accent5">
                  <a:lumMod val="75000"/>
                </a:schemeClr>
              </a:gs>
            </a:gsLst>
            <a:lin ang="18900000" scaled="1"/>
          </a:gradFill>
          <a:ln w="38100" cap="flat" cmpd="sng" algn="ctr">
            <a:noFill/>
            <a:prstDash val="solid"/>
            <a:miter lim="800000"/>
          </a:ln>
          <a:effectLst/>
        </p:spPr>
        <p:txBody>
          <a:bodyPr wrap="none" lIns="0" tIns="0" rIns="0" bIns="0" anchor="ctr"/>
          <a:lstStyle/>
          <a:p>
            <a:pPr algn="ctr" defTabSz="1344077"/>
            <a:endParaRPr lang="zh-CN" altLang="en-US" sz="6400" kern="0">
              <a:solidFill>
                <a:srgbClr val="298771"/>
              </a:solidFill>
              <a:latin typeface="思源黑体" panose="020B0500000000000000" pitchFamily="34" charset="-122"/>
              <a:ea typeface="思源黑体" panose="020B0500000000000000" pitchFamily="34" charset="-122"/>
            </a:endParaRPr>
          </a:p>
        </p:txBody>
      </p:sp>
      <p:sp>
        <p:nvSpPr>
          <p:cNvPr id="20" name="文本框 19">
            <a:extLst>
              <a:ext uri="{FF2B5EF4-FFF2-40B4-BE49-F238E27FC236}">
                <a16:creationId xmlns:a16="http://schemas.microsoft.com/office/drawing/2014/main" id="{75794F2C-033F-AF9C-F5F9-096FE0090840}"/>
              </a:ext>
            </a:extLst>
          </p:cNvPr>
          <p:cNvSpPr txBox="1"/>
          <p:nvPr/>
        </p:nvSpPr>
        <p:spPr>
          <a:xfrm>
            <a:off x="6614504" y="3292563"/>
            <a:ext cx="1467068" cy="400110"/>
          </a:xfrm>
          <a:prstGeom prst="rect">
            <a:avLst/>
          </a:prstGeom>
          <a:noFill/>
          <a:effectLst/>
        </p:spPr>
        <p:txBody>
          <a:bodyPr wrap="none" rtlCol="0">
            <a:noAutofit/>
          </a:bodyPr>
          <a:lstStyle/>
          <a:p>
            <a:pPr algn="ctr"/>
            <a:r>
              <a:rPr lang="zh-CN" altLang="en-US" dirty="0">
                <a:solidFill>
                  <a:srgbClr val="F0F0F0"/>
                </a:solidFill>
                <a:latin typeface="+mj-ea"/>
                <a:ea typeface="+mj-ea"/>
              </a:rPr>
              <a:t>添加标题</a:t>
            </a:r>
          </a:p>
        </p:txBody>
      </p:sp>
      <p:sp>
        <p:nvSpPr>
          <p:cNvPr id="21" name="文本框 20">
            <a:extLst>
              <a:ext uri="{FF2B5EF4-FFF2-40B4-BE49-F238E27FC236}">
                <a16:creationId xmlns:a16="http://schemas.microsoft.com/office/drawing/2014/main" id="{39A070D8-500B-1165-68EE-FC71AB89BADA}"/>
              </a:ext>
            </a:extLst>
          </p:cNvPr>
          <p:cNvSpPr txBox="1"/>
          <p:nvPr/>
        </p:nvSpPr>
        <p:spPr>
          <a:xfrm>
            <a:off x="6465388" y="3916347"/>
            <a:ext cx="1768537" cy="1015663"/>
          </a:xfrm>
          <a:prstGeom prst="rect">
            <a:avLst/>
          </a:prstGeom>
          <a:noFill/>
          <a:effectLst/>
        </p:spPr>
        <p:txBody>
          <a:bodyPr wrap="square" rtlCol="0">
            <a:noAutofit/>
          </a:bodyPr>
          <a:lstStyle/>
          <a:p>
            <a:pPr algn="ctr">
              <a:lnSpc>
                <a:spcPct val="130000"/>
              </a:lnSpc>
            </a:pPr>
            <a:r>
              <a:rPr lang="zh-CN" altLang="en-US" sz="1200" dirty="0">
                <a:solidFill>
                  <a:schemeClr val="bg1"/>
                </a:solidFill>
                <a:latin typeface="+mn-ea"/>
              </a:rPr>
              <a:t>这里输入你的正文，阐述与关键词标题相关的具体内容，若字数太多酌情先删减文案</a:t>
            </a:r>
          </a:p>
        </p:txBody>
      </p:sp>
      <p:cxnSp>
        <p:nvCxnSpPr>
          <p:cNvPr id="22" name="直接连接符 31">
            <a:extLst>
              <a:ext uri="{FF2B5EF4-FFF2-40B4-BE49-F238E27FC236}">
                <a16:creationId xmlns:a16="http://schemas.microsoft.com/office/drawing/2014/main" id="{3499F5F3-EC73-C5A3-2BE8-C990E98D2BB5}"/>
              </a:ext>
            </a:extLst>
          </p:cNvPr>
          <p:cNvCxnSpPr>
            <a:cxnSpLocks/>
          </p:cNvCxnSpPr>
          <p:nvPr/>
        </p:nvCxnSpPr>
        <p:spPr>
          <a:xfrm>
            <a:off x="7176839" y="3753897"/>
            <a:ext cx="288032" cy="0"/>
          </a:xfrm>
          <a:prstGeom prst="line">
            <a:avLst/>
          </a:prstGeom>
          <a:noFill/>
          <a:ln w="25400" cap="flat" cmpd="sng" algn="ctr">
            <a:solidFill>
              <a:srgbClr val="F0F0F0"/>
            </a:solidFill>
            <a:prstDash val="solid"/>
            <a:miter lim="800000"/>
          </a:ln>
          <a:effectLst/>
        </p:spPr>
      </p:cxnSp>
      <p:sp>
        <p:nvSpPr>
          <p:cNvPr id="23" name="文本框 22">
            <a:extLst>
              <a:ext uri="{FF2B5EF4-FFF2-40B4-BE49-F238E27FC236}">
                <a16:creationId xmlns:a16="http://schemas.microsoft.com/office/drawing/2014/main" id="{1EDAC226-EE54-46A4-8693-1A4545E0D1DD}"/>
              </a:ext>
            </a:extLst>
          </p:cNvPr>
          <p:cNvSpPr txBox="1"/>
          <p:nvPr/>
        </p:nvSpPr>
        <p:spPr>
          <a:xfrm>
            <a:off x="9603724" y="5260570"/>
            <a:ext cx="550151" cy="307777"/>
          </a:xfrm>
          <a:prstGeom prst="rect">
            <a:avLst/>
          </a:prstGeom>
          <a:noFill/>
          <a:effectLst/>
        </p:spPr>
        <p:txBody>
          <a:bodyPr wrap="square" rtlCol="0">
            <a:noAutofit/>
          </a:bodyPr>
          <a:lstStyle/>
          <a:p>
            <a:pPr algn="ctr">
              <a:defRPr/>
            </a:pPr>
            <a:r>
              <a:rPr lang="en-US" altLang="zh-CN" dirty="0">
                <a:solidFill>
                  <a:schemeClr val="tx1">
                    <a:lumMod val="75000"/>
                    <a:lumOff val="25000"/>
                  </a:schemeClr>
                </a:solidFill>
                <a:latin typeface="+mj-ea"/>
                <a:ea typeface="+mj-ea"/>
              </a:rPr>
              <a:t>04</a:t>
            </a:r>
            <a:endParaRPr lang="zh-CN" altLang="en-US" dirty="0">
              <a:solidFill>
                <a:schemeClr val="tx1">
                  <a:lumMod val="75000"/>
                  <a:lumOff val="25000"/>
                </a:schemeClr>
              </a:solidFill>
              <a:latin typeface="+mj-ea"/>
              <a:ea typeface="+mj-ea"/>
            </a:endParaRPr>
          </a:p>
        </p:txBody>
      </p:sp>
      <p:sp>
        <p:nvSpPr>
          <p:cNvPr id="24" name="任意多边形 50">
            <a:extLst>
              <a:ext uri="{FF2B5EF4-FFF2-40B4-BE49-F238E27FC236}">
                <a16:creationId xmlns:a16="http://schemas.microsoft.com/office/drawing/2014/main" id="{3D80161D-2022-D1B3-1976-DA9074F68C9B}"/>
              </a:ext>
            </a:extLst>
          </p:cNvPr>
          <p:cNvSpPr/>
          <p:nvPr/>
        </p:nvSpPr>
        <p:spPr>
          <a:xfrm rot="5400000">
            <a:off x="8324669" y="3657190"/>
            <a:ext cx="3111500" cy="1765300"/>
          </a:xfrm>
          <a:custGeom>
            <a:avLst/>
            <a:gdLst>
              <a:gd name="connsiteX0" fmla="*/ 2169904 w 3111500"/>
              <a:gd name="connsiteY0" fmla="*/ 887506 h 1765300"/>
              <a:gd name="connsiteX1" fmla="*/ 2444979 w 3111500"/>
              <a:gd name="connsiteY1" fmla="*/ 1162581 h 1765300"/>
              <a:gd name="connsiteX2" fmla="*/ 2720054 w 3111500"/>
              <a:gd name="connsiteY2" fmla="*/ 887506 h 1765300"/>
              <a:gd name="connsiteX3" fmla="*/ 2444979 w 3111500"/>
              <a:gd name="connsiteY3" fmla="*/ 612431 h 1765300"/>
              <a:gd name="connsiteX4" fmla="*/ 2169904 w 3111500"/>
              <a:gd name="connsiteY4" fmla="*/ 887506 h 1765300"/>
              <a:gd name="connsiteX5" fmla="*/ 0 w 3111500"/>
              <a:gd name="connsiteY5" fmla="*/ 1765300 h 1765300"/>
              <a:gd name="connsiteX6" fmla="*/ 0 w 3111500"/>
              <a:gd name="connsiteY6" fmla="*/ 0 h 1765300"/>
              <a:gd name="connsiteX7" fmla="*/ 2419344 w 3111500"/>
              <a:gd name="connsiteY7" fmla="*/ 0 h 1765300"/>
              <a:gd name="connsiteX8" fmla="*/ 3111500 w 3111500"/>
              <a:gd name="connsiteY8" fmla="*/ 882650 h 1765300"/>
              <a:gd name="connsiteX9" fmla="*/ 2419344 w 3111500"/>
              <a:gd name="connsiteY9" fmla="*/ 1765300 h 1765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11500" h="1765300">
                <a:moveTo>
                  <a:pt x="2169904" y="887506"/>
                </a:moveTo>
                <a:cubicBezTo>
                  <a:pt x="2169904" y="1039426"/>
                  <a:pt x="2293059" y="1162581"/>
                  <a:pt x="2444979" y="1162581"/>
                </a:cubicBezTo>
                <a:cubicBezTo>
                  <a:pt x="2596899" y="1162581"/>
                  <a:pt x="2720054" y="1039426"/>
                  <a:pt x="2720054" y="887506"/>
                </a:cubicBezTo>
                <a:cubicBezTo>
                  <a:pt x="2720054" y="735586"/>
                  <a:pt x="2596899" y="612431"/>
                  <a:pt x="2444979" y="612431"/>
                </a:cubicBezTo>
                <a:cubicBezTo>
                  <a:pt x="2293059" y="612431"/>
                  <a:pt x="2169904" y="735586"/>
                  <a:pt x="2169904" y="887506"/>
                </a:cubicBezTo>
                <a:close/>
                <a:moveTo>
                  <a:pt x="0" y="1765300"/>
                </a:moveTo>
                <a:lnTo>
                  <a:pt x="0" y="0"/>
                </a:lnTo>
                <a:lnTo>
                  <a:pt x="2419344" y="0"/>
                </a:lnTo>
                <a:lnTo>
                  <a:pt x="3111500" y="882650"/>
                </a:lnTo>
                <a:lnTo>
                  <a:pt x="2419344" y="1765300"/>
                </a:lnTo>
                <a:close/>
              </a:path>
            </a:pathLst>
          </a:custGeom>
          <a:gradFill>
            <a:gsLst>
              <a:gs pos="0">
                <a:srgbClr val="0070C0"/>
              </a:gs>
              <a:gs pos="100000">
                <a:schemeClr val="accent5">
                  <a:lumMod val="75000"/>
                </a:schemeClr>
              </a:gs>
            </a:gsLst>
            <a:lin ang="18900000" scaled="1"/>
          </a:gradFill>
          <a:ln w="38100" cap="flat" cmpd="sng" algn="ctr">
            <a:noFill/>
            <a:prstDash val="solid"/>
            <a:miter lim="800000"/>
          </a:ln>
          <a:effectLst/>
        </p:spPr>
        <p:txBody>
          <a:bodyPr wrap="none" lIns="0" tIns="0" rIns="0" bIns="0" anchor="ctr"/>
          <a:lstStyle/>
          <a:p>
            <a:pPr algn="ctr" defTabSz="1344077"/>
            <a:endParaRPr lang="zh-CN" altLang="en-US" sz="6400" kern="0">
              <a:solidFill>
                <a:srgbClr val="298771"/>
              </a:solidFill>
              <a:latin typeface="思源黑体" panose="020B0500000000000000" pitchFamily="34" charset="-122"/>
              <a:ea typeface="思源黑体" panose="020B0500000000000000" pitchFamily="34" charset="-122"/>
            </a:endParaRPr>
          </a:p>
        </p:txBody>
      </p:sp>
      <p:sp>
        <p:nvSpPr>
          <p:cNvPr id="25" name="文本框 24">
            <a:extLst>
              <a:ext uri="{FF2B5EF4-FFF2-40B4-BE49-F238E27FC236}">
                <a16:creationId xmlns:a16="http://schemas.microsoft.com/office/drawing/2014/main" id="{14E46061-B13D-2E40-9BE1-4E44554E003F}"/>
              </a:ext>
            </a:extLst>
          </p:cNvPr>
          <p:cNvSpPr txBox="1"/>
          <p:nvPr/>
        </p:nvSpPr>
        <p:spPr>
          <a:xfrm>
            <a:off x="9146885" y="3292563"/>
            <a:ext cx="1467068" cy="400110"/>
          </a:xfrm>
          <a:prstGeom prst="rect">
            <a:avLst/>
          </a:prstGeom>
          <a:noFill/>
          <a:effectLst/>
        </p:spPr>
        <p:txBody>
          <a:bodyPr wrap="none" rtlCol="0">
            <a:noAutofit/>
          </a:bodyPr>
          <a:lstStyle/>
          <a:p>
            <a:pPr algn="ctr"/>
            <a:r>
              <a:rPr lang="zh-CN" altLang="en-US" dirty="0">
                <a:solidFill>
                  <a:srgbClr val="F0F0F0"/>
                </a:solidFill>
                <a:latin typeface="+mj-ea"/>
                <a:ea typeface="+mj-ea"/>
              </a:rPr>
              <a:t>添加标题</a:t>
            </a:r>
          </a:p>
        </p:txBody>
      </p:sp>
      <p:sp>
        <p:nvSpPr>
          <p:cNvPr id="26" name="文本框 25">
            <a:extLst>
              <a:ext uri="{FF2B5EF4-FFF2-40B4-BE49-F238E27FC236}">
                <a16:creationId xmlns:a16="http://schemas.microsoft.com/office/drawing/2014/main" id="{D8CA0D80-9811-52BA-2280-BABCEAB60C24}"/>
              </a:ext>
            </a:extLst>
          </p:cNvPr>
          <p:cNvSpPr txBox="1"/>
          <p:nvPr/>
        </p:nvSpPr>
        <p:spPr>
          <a:xfrm>
            <a:off x="8997769" y="3916347"/>
            <a:ext cx="1768537" cy="1015663"/>
          </a:xfrm>
          <a:prstGeom prst="rect">
            <a:avLst/>
          </a:prstGeom>
          <a:noFill/>
          <a:effectLst/>
        </p:spPr>
        <p:txBody>
          <a:bodyPr wrap="square" rtlCol="0">
            <a:noAutofit/>
          </a:bodyPr>
          <a:lstStyle/>
          <a:p>
            <a:pPr algn="ctr">
              <a:lnSpc>
                <a:spcPct val="130000"/>
              </a:lnSpc>
            </a:pPr>
            <a:r>
              <a:rPr lang="zh-CN" altLang="en-US" sz="1200" dirty="0">
                <a:solidFill>
                  <a:schemeClr val="bg1"/>
                </a:solidFill>
                <a:latin typeface="+mn-ea"/>
              </a:rPr>
              <a:t>这里输入你的正文，阐述与关键词标题相关的具体内容，若字数太多酌情先删减文案</a:t>
            </a:r>
          </a:p>
        </p:txBody>
      </p:sp>
      <p:cxnSp>
        <p:nvCxnSpPr>
          <p:cNvPr id="27" name="直接连接符 36">
            <a:extLst>
              <a:ext uri="{FF2B5EF4-FFF2-40B4-BE49-F238E27FC236}">
                <a16:creationId xmlns:a16="http://schemas.microsoft.com/office/drawing/2014/main" id="{53027ABA-E530-C909-06A1-B818B0B435AC}"/>
              </a:ext>
            </a:extLst>
          </p:cNvPr>
          <p:cNvCxnSpPr>
            <a:cxnSpLocks/>
          </p:cNvCxnSpPr>
          <p:nvPr/>
        </p:nvCxnSpPr>
        <p:spPr>
          <a:xfrm>
            <a:off x="9709220" y="3753897"/>
            <a:ext cx="288032" cy="0"/>
          </a:xfrm>
          <a:prstGeom prst="line">
            <a:avLst/>
          </a:prstGeom>
          <a:noFill/>
          <a:ln w="25400" cap="flat" cmpd="sng" algn="ctr">
            <a:solidFill>
              <a:srgbClr val="F0F0F0"/>
            </a:solidFill>
            <a:prstDash val="solid"/>
            <a:miter lim="800000"/>
          </a:ln>
          <a:effectLst/>
        </p:spPr>
      </p:cxnSp>
      <p:sp>
        <p:nvSpPr>
          <p:cNvPr id="28" name="文本框 27">
            <a:extLst>
              <a:ext uri="{FF2B5EF4-FFF2-40B4-BE49-F238E27FC236}">
                <a16:creationId xmlns:a16="http://schemas.microsoft.com/office/drawing/2014/main" id="{397ADA6F-4EFA-1E5C-D5A9-9A23013A9F85}"/>
              </a:ext>
            </a:extLst>
          </p:cNvPr>
          <p:cNvSpPr txBox="1"/>
          <p:nvPr/>
        </p:nvSpPr>
        <p:spPr>
          <a:xfrm>
            <a:off x="1035050" y="1701166"/>
            <a:ext cx="10121899" cy="555793"/>
          </a:xfrm>
          <a:prstGeom prst="rect">
            <a:avLst/>
          </a:prstGeom>
          <a:noFill/>
          <a:effectLst/>
        </p:spPr>
        <p:txBody>
          <a:bodyPr wrap="square">
            <a:spAutoFit/>
          </a:bodyPr>
          <a:lstStyle/>
          <a:p>
            <a:pPr algn="ctr">
              <a:lnSpc>
                <a:spcPct val="130000"/>
              </a:lnSpc>
            </a:pPr>
            <a:r>
              <a:rPr lang="zh-CN" altLang="en-US" sz="1200" dirty="0">
                <a:solidFill>
                  <a:schemeClr val="bg1">
                    <a:lumMod val="50000"/>
                  </a:schemeClr>
                </a:solidFill>
                <a:latin typeface="+mn-ea"/>
                <a:cs typeface="汉仪典雅体简" panose="00020600040101010101" pitchFamily="18" charset="-122"/>
                <a:sym typeface="思源黑体 CN Normal" panose="020B0400000000000000" pitchFamily="34" charset="-122"/>
              </a:rPr>
              <a:t>请在这里输入你的正文，阐述与关键词标题相关的具体内容，若字数太多酌情先删减文案，请在这里输入你的正文，阐述与关标题相关的具体内容，若字数太多酌情先删减文案</a:t>
            </a:r>
          </a:p>
        </p:txBody>
      </p:sp>
    </p:spTree>
    <p:extLst>
      <p:ext uri="{BB962C8B-B14F-4D97-AF65-F5344CB8AC3E}">
        <p14:creationId xmlns:p14="http://schemas.microsoft.com/office/powerpoint/2010/main" val="4108921379"/>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ppt_x</p:attrName>
                                        </p:attrNameLst>
                                      </p:cBhvr>
                                      <p:tavLst>
                                        <p:tav tm="0">
                                          <p:val>
                                            <p:strVal val="#ppt_x"/>
                                          </p:val>
                                        </p:tav>
                                        <p:tav tm="100000">
                                          <p:val>
                                            <p:strVal val="#ppt_x"/>
                                          </p:val>
                                        </p:tav>
                                      </p:tavLst>
                                    </p:anim>
                                    <p:anim calcmode="lin" valueType="num">
                                      <p:cBhvr additive="base">
                                        <p:cTn id="32" dur="500" fill="hold"/>
                                        <p:tgtEl>
                                          <p:spTgt spid="9"/>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ppt_x</p:attrName>
                                        </p:attrNameLst>
                                      </p:cBhvr>
                                      <p:tavLst>
                                        <p:tav tm="0">
                                          <p:val>
                                            <p:strVal val="#ppt_x"/>
                                          </p:val>
                                        </p:tav>
                                        <p:tav tm="100000">
                                          <p:val>
                                            <p:strVal val="#ppt_x"/>
                                          </p:val>
                                        </p:tav>
                                      </p:tavLst>
                                    </p:anim>
                                    <p:anim calcmode="lin" valueType="num">
                                      <p:cBhvr additive="base">
                                        <p:cTn id="36" dur="500" fill="hold"/>
                                        <p:tgtEl>
                                          <p:spTgt spid="10"/>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ppt_x"/>
                                          </p:val>
                                        </p:tav>
                                        <p:tav tm="100000">
                                          <p:val>
                                            <p:strVal val="#ppt_x"/>
                                          </p:val>
                                        </p:tav>
                                      </p:tavLst>
                                    </p:anim>
                                    <p:anim calcmode="lin" valueType="num">
                                      <p:cBhvr additive="base">
                                        <p:cTn id="40" dur="500" fill="hold"/>
                                        <p:tgtEl>
                                          <p:spTgt spid="11"/>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ppt_x</p:attrName>
                                        </p:attrNameLst>
                                      </p:cBhvr>
                                      <p:tavLst>
                                        <p:tav tm="0">
                                          <p:val>
                                            <p:strVal val="#ppt_x"/>
                                          </p:val>
                                        </p:tav>
                                        <p:tav tm="100000">
                                          <p:val>
                                            <p:strVal val="#ppt_x"/>
                                          </p:val>
                                        </p:tav>
                                      </p:tavLst>
                                    </p:anim>
                                    <p:anim calcmode="lin" valueType="num">
                                      <p:cBhvr additive="base">
                                        <p:cTn id="44" dur="500" fill="hold"/>
                                        <p:tgtEl>
                                          <p:spTgt spid="12"/>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ppt_x</p:attrName>
                                        </p:attrNameLst>
                                      </p:cBhvr>
                                      <p:tavLst>
                                        <p:tav tm="0">
                                          <p:val>
                                            <p:strVal val="#ppt_x"/>
                                          </p:val>
                                        </p:tav>
                                        <p:tav tm="100000">
                                          <p:val>
                                            <p:strVal val="#ppt_x"/>
                                          </p:val>
                                        </p:tav>
                                      </p:tavLst>
                                    </p:anim>
                                    <p:anim calcmode="lin" valueType="num">
                                      <p:cBhvr additive="base">
                                        <p:cTn id="48" dur="500" fill="hold"/>
                                        <p:tgtEl>
                                          <p:spTgt spid="1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ppt_x</p:attrName>
                                        </p:attrNameLst>
                                      </p:cBhvr>
                                      <p:tavLst>
                                        <p:tav tm="0">
                                          <p:val>
                                            <p:strVal val="#ppt_x"/>
                                          </p:val>
                                        </p:tav>
                                        <p:tav tm="100000">
                                          <p:val>
                                            <p:strVal val="#ppt_x"/>
                                          </p:val>
                                        </p:tav>
                                      </p:tavLst>
                                    </p:anim>
                                    <p:anim calcmode="lin" valueType="num">
                                      <p:cBhvr additive="base">
                                        <p:cTn id="52" dur="500" fill="hold"/>
                                        <p:tgtEl>
                                          <p:spTgt spid="14"/>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ppt_x</p:attrName>
                                        </p:attrNameLst>
                                      </p:cBhvr>
                                      <p:tavLst>
                                        <p:tav tm="0">
                                          <p:val>
                                            <p:strVal val="#ppt_x"/>
                                          </p:val>
                                        </p:tav>
                                        <p:tav tm="100000">
                                          <p:val>
                                            <p:strVal val="#ppt_x"/>
                                          </p:val>
                                        </p:tav>
                                      </p:tavLst>
                                    </p:anim>
                                    <p:anim calcmode="lin" valueType="num">
                                      <p:cBhvr additive="base">
                                        <p:cTn id="56" dur="500" fill="hold"/>
                                        <p:tgtEl>
                                          <p:spTgt spid="15"/>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ppt_x</p:attrName>
                                        </p:attrNameLst>
                                      </p:cBhvr>
                                      <p:tavLst>
                                        <p:tav tm="0">
                                          <p:val>
                                            <p:strVal val="#ppt_x"/>
                                          </p:val>
                                        </p:tav>
                                        <p:tav tm="100000">
                                          <p:val>
                                            <p:strVal val="#ppt_x"/>
                                          </p:val>
                                        </p:tav>
                                      </p:tavLst>
                                    </p:anim>
                                    <p:anim calcmode="lin" valueType="num">
                                      <p:cBhvr additive="base">
                                        <p:cTn id="60" dur="500" fill="hold"/>
                                        <p:tgtEl>
                                          <p:spTgt spid="16"/>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00" fill="hold"/>
                                        <p:tgtEl>
                                          <p:spTgt spid="17"/>
                                        </p:tgtEl>
                                        <p:attrNameLst>
                                          <p:attrName>ppt_x</p:attrName>
                                        </p:attrNameLst>
                                      </p:cBhvr>
                                      <p:tavLst>
                                        <p:tav tm="0">
                                          <p:val>
                                            <p:strVal val="#ppt_x"/>
                                          </p:val>
                                        </p:tav>
                                        <p:tav tm="100000">
                                          <p:val>
                                            <p:strVal val="#ppt_x"/>
                                          </p:val>
                                        </p:tav>
                                      </p:tavLst>
                                    </p:anim>
                                    <p:anim calcmode="lin" valueType="num">
                                      <p:cBhvr additive="base">
                                        <p:cTn id="64" dur="500" fill="hold"/>
                                        <p:tgtEl>
                                          <p:spTgt spid="17"/>
                                        </p:tgtEl>
                                        <p:attrNameLst>
                                          <p:attrName>ppt_y</p:attrName>
                                        </p:attrNameLst>
                                      </p:cBhvr>
                                      <p:tavLst>
                                        <p:tav tm="0">
                                          <p:val>
                                            <p:strVal val="1+#ppt_h/2"/>
                                          </p:val>
                                        </p:tav>
                                        <p:tav tm="100000">
                                          <p:val>
                                            <p:strVal val="#ppt_y"/>
                                          </p:val>
                                        </p:tav>
                                      </p:tavLst>
                                    </p:anim>
                                  </p:childTnLst>
                                </p:cTn>
                              </p:par>
                              <p:par>
                                <p:cTn id="65" presetID="2" presetClass="entr" presetSubtype="4"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ppt_x</p:attrName>
                                        </p:attrNameLst>
                                      </p:cBhvr>
                                      <p:tavLst>
                                        <p:tav tm="0">
                                          <p:val>
                                            <p:strVal val="#ppt_x"/>
                                          </p:val>
                                        </p:tav>
                                        <p:tav tm="100000">
                                          <p:val>
                                            <p:strVal val="#ppt_x"/>
                                          </p:val>
                                        </p:tav>
                                      </p:tavLst>
                                    </p:anim>
                                    <p:anim calcmode="lin" valueType="num">
                                      <p:cBhvr additive="base">
                                        <p:cTn id="68" dur="500" fill="hold"/>
                                        <p:tgtEl>
                                          <p:spTgt spid="18"/>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500" fill="hold"/>
                                        <p:tgtEl>
                                          <p:spTgt spid="19"/>
                                        </p:tgtEl>
                                        <p:attrNameLst>
                                          <p:attrName>ppt_x</p:attrName>
                                        </p:attrNameLst>
                                      </p:cBhvr>
                                      <p:tavLst>
                                        <p:tav tm="0">
                                          <p:val>
                                            <p:strVal val="#ppt_x"/>
                                          </p:val>
                                        </p:tav>
                                        <p:tav tm="100000">
                                          <p:val>
                                            <p:strVal val="#ppt_x"/>
                                          </p:val>
                                        </p:tav>
                                      </p:tavLst>
                                    </p:anim>
                                    <p:anim calcmode="lin" valueType="num">
                                      <p:cBhvr additive="base">
                                        <p:cTn id="72" dur="500" fill="hold"/>
                                        <p:tgtEl>
                                          <p:spTgt spid="19"/>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00" fill="hold"/>
                                        <p:tgtEl>
                                          <p:spTgt spid="20"/>
                                        </p:tgtEl>
                                        <p:attrNameLst>
                                          <p:attrName>ppt_x</p:attrName>
                                        </p:attrNameLst>
                                      </p:cBhvr>
                                      <p:tavLst>
                                        <p:tav tm="0">
                                          <p:val>
                                            <p:strVal val="#ppt_x"/>
                                          </p:val>
                                        </p:tav>
                                        <p:tav tm="100000">
                                          <p:val>
                                            <p:strVal val="#ppt_x"/>
                                          </p:val>
                                        </p:tav>
                                      </p:tavLst>
                                    </p:anim>
                                    <p:anim calcmode="lin" valueType="num">
                                      <p:cBhvr additive="base">
                                        <p:cTn id="76" dur="500" fill="hold"/>
                                        <p:tgtEl>
                                          <p:spTgt spid="20"/>
                                        </p:tgtEl>
                                        <p:attrNameLst>
                                          <p:attrName>ppt_y</p:attrName>
                                        </p:attrNameLst>
                                      </p:cBhvr>
                                      <p:tavLst>
                                        <p:tav tm="0">
                                          <p:val>
                                            <p:strVal val="1+#ppt_h/2"/>
                                          </p:val>
                                        </p:tav>
                                        <p:tav tm="100000">
                                          <p:val>
                                            <p:strVal val="#ppt_y"/>
                                          </p:val>
                                        </p:tav>
                                      </p:tavLst>
                                    </p:anim>
                                  </p:childTnLst>
                                </p:cTn>
                              </p:par>
                              <p:par>
                                <p:cTn id="77" presetID="2" presetClass="entr" presetSubtype="4"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00" fill="hold"/>
                                        <p:tgtEl>
                                          <p:spTgt spid="21"/>
                                        </p:tgtEl>
                                        <p:attrNameLst>
                                          <p:attrName>ppt_x</p:attrName>
                                        </p:attrNameLst>
                                      </p:cBhvr>
                                      <p:tavLst>
                                        <p:tav tm="0">
                                          <p:val>
                                            <p:strVal val="#ppt_x"/>
                                          </p:val>
                                        </p:tav>
                                        <p:tav tm="100000">
                                          <p:val>
                                            <p:strVal val="#ppt_x"/>
                                          </p:val>
                                        </p:tav>
                                      </p:tavLst>
                                    </p:anim>
                                    <p:anim calcmode="lin" valueType="num">
                                      <p:cBhvr additive="base">
                                        <p:cTn id="80" dur="500" fill="hold"/>
                                        <p:tgtEl>
                                          <p:spTgt spid="21"/>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00" fill="hold"/>
                                        <p:tgtEl>
                                          <p:spTgt spid="22"/>
                                        </p:tgtEl>
                                        <p:attrNameLst>
                                          <p:attrName>ppt_x</p:attrName>
                                        </p:attrNameLst>
                                      </p:cBhvr>
                                      <p:tavLst>
                                        <p:tav tm="0">
                                          <p:val>
                                            <p:strVal val="#ppt_x"/>
                                          </p:val>
                                        </p:tav>
                                        <p:tav tm="100000">
                                          <p:val>
                                            <p:strVal val="#ppt_x"/>
                                          </p:val>
                                        </p:tav>
                                      </p:tavLst>
                                    </p:anim>
                                    <p:anim calcmode="lin" valueType="num">
                                      <p:cBhvr additive="base">
                                        <p:cTn id="84" dur="500" fill="hold"/>
                                        <p:tgtEl>
                                          <p:spTgt spid="22"/>
                                        </p:tgtEl>
                                        <p:attrNameLst>
                                          <p:attrName>ppt_y</p:attrName>
                                        </p:attrNameLst>
                                      </p:cBhvr>
                                      <p:tavLst>
                                        <p:tav tm="0">
                                          <p:val>
                                            <p:strVal val="1+#ppt_h/2"/>
                                          </p:val>
                                        </p:tav>
                                        <p:tav tm="100000">
                                          <p:val>
                                            <p:strVal val="#ppt_y"/>
                                          </p:val>
                                        </p:tav>
                                      </p:tavLst>
                                    </p:anim>
                                  </p:childTnLst>
                                </p:cTn>
                              </p:par>
                              <p:par>
                                <p:cTn id="85" presetID="2" presetClass="entr" presetSubtype="4" fill="hold" grpId="0" nodeType="withEffect">
                                  <p:stCondLst>
                                    <p:cond delay="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00" fill="hold"/>
                                        <p:tgtEl>
                                          <p:spTgt spid="23"/>
                                        </p:tgtEl>
                                        <p:attrNameLst>
                                          <p:attrName>ppt_x</p:attrName>
                                        </p:attrNameLst>
                                      </p:cBhvr>
                                      <p:tavLst>
                                        <p:tav tm="0">
                                          <p:val>
                                            <p:strVal val="#ppt_x"/>
                                          </p:val>
                                        </p:tav>
                                        <p:tav tm="100000">
                                          <p:val>
                                            <p:strVal val="#ppt_x"/>
                                          </p:val>
                                        </p:tav>
                                      </p:tavLst>
                                    </p:anim>
                                    <p:anim calcmode="lin" valueType="num">
                                      <p:cBhvr additive="base">
                                        <p:cTn id="88" dur="500" fill="hold"/>
                                        <p:tgtEl>
                                          <p:spTgt spid="23"/>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24"/>
                                        </p:tgtEl>
                                        <p:attrNameLst>
                                          <p:attrName>style.visibility</p:attrName>
                                        </p:attrNameLst>
                                      </p:cBhvr>
                                      <p:to>
                                        <p:strVal val="visible"/>
                                      </p:to>
                                    </p:set>
                                    <p:anim calcmode="lin" valueType="num">
                                      <p:cBhvr additive="base">
                                        <p:cTn id="91" dur="500" fill="hold"/>
                                        <p:tgtEl>
                                          <p:spTgt spid="24"/>
                                        </p:tgtEl>
                                        <p:attrNameLst>
                                          <p:attrName>ppt_x</p:attrName>
                                        </p:attrNameLst>
                                      </p:cBhvr>
                                      <p:tavLst>
                                        <p:tav tm="0">
                                          <p:val>
                                            <p:strVal val="#ppt_x"/>
                                          </p:val>
                                        </p:tav>
                                        <p:tav tm="100000">
                                          <p:val>
                                            <p:strVal val="#ppt_x"/>
                                          </p:val>
                                        </p:tav>
                                      </p:tavLst>
                                    </p:anim>
                                    <p:anim calcmode="lin" valueType="num">
                                      <p:cBhvr additive="base">
                                        <p:cTn id="92" dur="500" fill="hold"/>
                                        <p:tgtEl>
                                          <p:spTgt spid="24"/>
                                        </p:tgtEl>
                                        <p:attrNameLst>
                                          <p:attrName>ppt_y</p:attrName>
                                        </p:attrNameLst>
                                      </p:cBhvr>
                                      <p:tavLst>
                                        <p:tav tm="0">
                                          <p:val>
                                            <p:strVal val="1+#ppt_h/2"/>
                                          </p:val>
                                        </p:tav>
                                        <p:tav tm="100000">
                                          <p:val>
                                            <p:strVal val="#ppt_y"/>
                                          </p:val>
                                        </p:tav>
                                      </p:tavLst>
                                    </p:anim>
                                  </p:childTnLst>
                                </p:cTn>
                              </p:par>
                              <p:par>
                                <p:cTn id="93" presetID="2" presetClass="entr" presetSubtype="4" fill="hold" grpId="0" nodeType="withEffect">
                                  <p:stCondLst>
                                    <p:cond delay="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ppt_x</p:attrName>
                                        </p:attrNameLst>
                                      </p:cBhvr>
                                      <p:tavLst>
                                        <p:tav tm="0">
                                          <p:val>
                                            <p:strVal val="#ppt_x"/>
                                          </p:val>
                                        </p:tav>
                                        <p:tav tm="100000">
                                          <p:val>
                                            <p:strVal val="#ppt_x"/>
                                          </p:val>
                                        </p:tav>
                                      </p:tavLst>
                                    </p:anim>
                                    <p:anim calcmode="lin" valueType="num">
                                      <p:cBhvr additive="base">
                                        <p:cTn id="96" dur="500" fill="hold"/>
                                        <p:tgtEl>
                                          <p:spTgt spid="25"/>
                                        </p:tgtEl>
                                        <p:attrNameLst>
                                          <p:attrName>ppt_y</p:attrName>
                                        </p:attrNameLst>
                                      </p:cBhvr>
                                      <p:tavLst>
                                        <p:tav tm="0">
                                          <p:val>
                                            <p:strVal val="1+#ppt_h/2"/>
                                          </p:val>
                                        </p:tav>
                                        <p:tav tm="100000">
                                          <p:val>
                                            <p:strVal val="#ppt_y"/>
                                          </p:val>
                                        </p:tav>
                                      </p:tavLst>
                                    </p:anim>
                                  </p:childTnLst>
                                </p:cTn>
                              </p:par>
                              <p:par>
                                <p:cTn id="97" presetID="2" presetClass="entr" presetSubtype="4" fill="hold" grpId="0" nodeType="withEffect">
                                  <p:stCondLst>
                                    <p:cond delay="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500" fill="hold"/>
                                        <p:tgtEl>
                                          <p:spTgt spid="26"/>
                                        </p:tgtEl>
                                        <p:attrNameLst>
                                          <p:attrName>ppt_x</p:attrName>
                                        </p:attrNameLst>
                                      </p:cBhvr>
                                      <p:tavLst>
                                        <p:tav tm="0">
                                          <p:val>
                                            <p:strVal val="#ppt_x"/>
                                          </p:val>
                                        </p:tav>
                                        <p:tav tm="100000">
                                          <p:val>
                                            <p:strVal val="#ppt_x"/>
                                          </p:val>
                                        </p:tav>
                                      </p:tavLst>
                                    </p:anim>
                                    <p:anim calcmode="lin" valueType="num">
                                      <p:cBhvr additive="base">
                                        <p:cTn id="100" dur="500" fill="hold"/>
                                        <p:tgtEl>
                                          <p:spTgt spid="26"/>
                                        </p:tgtEl>
                                        <p:attrNameLst>
                                          <p:attrName>ppt_y</p:attrName>
                                        </p:attrNameLst>
                                      </p:cBhvr>
                                      <p:tavLst>
                                        <p:tav tm="0">
                                          <p:val>
                                            <p:strVal val="1+#ppt_h/2"/>
                                          </p:val>
                                        </p:tav>
                                        <p:tav tm="100000">
                                          <p:val>
                                            <p:strVal val="#ppt_y"/>
                                          </p:val>
                                        </p:tav>
                                      </p:tavLst>
                                    </p:anim>
                                  </p:childTnLst>
                                </p:cTn>
                              </p:par>
                              <p:par>
                                <p:cTn id="101" presetID="2" presetClass="entr" presetSubtype="4" fill="hold" nodeType="withEffect">
                                  <p:stCondLst>
                                    <p:cond delay="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500" fill="hold"/>
                                        <p:tgtEl>
                                          <p:spTgt spid="27"/>
                                        </p:tgtEl>
                                        <p:attrNameLst>
                                          <p:attrName>ppt_x</p:attrName>
                                        </p:attrNameLst>
                                      </p:cBhvr>
                                      <p:tavLst>
                                        <p:tav tm="0">
                                          <p:val>
                                            <p:strVal val="#ppt_x"/>
                                          </p:val>
                                        </p:tav>
                                        <p:tav tm="100000">
                                          <p:val>
                                            <p:strVal val="#ppt_x"/>
                                          </p:val>
                                        </p:tav>
                                      </p:tavLst>
                                    </p:anim>
                                    <p:anim calcmode="lin" valueType="num">
                                      <p:cBhvr additive="base">
                                        <p:cTn id="104" dur="500" fill="hold"/>
                                        <p:tgtEl>
                                          <p:spTgt spid="27"/>
                                        </p:tgtEl>
                                        <p:attrNameLst>
                                          <p:attrName>ppt_y</p:attrName>
                                        </p:attrNameLst>
                                      </p:cBhvr>
                                      <p:tavLst>
                                        <p:tav tm="0">
                                          <p:val>
                                            <p:strVal val="1+#ppt_h/2"/>
                                          </p:val>
                                        </p:tav>
                                        <p:tav tm="100000">
                                          <p:val>
                                            <p:strVal val="#ppt_y"/>
                                          </p:val>
                                        </p:tav>
                                      </p:tavLst>
                                    </p:anim>
                                  </p:childTnLst>
                                </p:cTn>
                              </p:par>
                              <p:par>
                                <p:cTn id="105" presetID="2" presetClass="entr" presetSubtype="4" fill="hold" grpId="0" nodeType="withEffect">
                                  <p:stCondLst>
                                    <p:cond delay="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ppt_x</p:attrName>
                                        </p:attrNameLst>
                                      </p:cBhvr>
                                      <p:tavLst>
                                        <p:tav tm="0">
                                          <p:val>
                                            <p:strVal val="#ppt_x"/>
                                          </p:val>
                                        </p:tav>
                                        <p:tav tm="100000">
                                          <p:val>
                                            <p:strVal val="#ppt_x"/>
                                          </p:val>
                                        </p:tav>
                                      </p:tavLst>
                                    </p:anim>
                                    <p:anim calcmode="lin" valueType="num">
                                      <p:cBhvr additive="base">
                                        <p:cTn id="10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6" grpId="0"/>
      <p:bldP spid="7" grpId="0"/>
      <p:bldP spid="13" grpId="0"/>
      <p:bldP spid="14" grpId="0" animBg="1"/>
      <p:bldP spid="15" grpId="0"/>
      <p:bldP spid="16" grpId="0"/>
      <p:bldP spid="18" grpId="0"/>
      <p:bldP spid="19" grpId="0" animBg="1"/>
      <p:bldP spid="20" grpId="0"/>
      <p:bldP spid="21" grpId="0"/>
      <p:bldP spid="23" grpId="0"/>
      <p:bldP spid="24" grpId="0" animBg="1"/>
      <p:bldP spid="25" grpId="0"/>
      <p:bldP spid="26" grpId="0"/>
      <p:bldP spid="2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B4F97853-9D0E-CB0D-832E-A88AC2619BA4}"/>
              </a:ext>
            </a:extLst>
          </p:cNvPr>
          <p:cNvSpPr/>
          <p:nvPr/>
        </p:nvSpPr>
        <p:spPr>
          <a:xfrm>
            <a:off x="0" y="5326003"/>
            <a:ext cx="12192000" cy="153199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矩形 2">
            <a:extLst>
              <a:ext uri="{FF2B5EF4-FFF2-40B4-BE49-F238E27FC236}">
                <a16:creationId xmlns:a16="http://schemas.microsoft.com/office/drawing/2014/main" id="{CBCEF4CB-A3B1-4AC7-6CD6-C662BC4F497A}"/>
              </a:ext>
            </a:extLst>
          </p:cNvPr>
          <p:cNvSpPr/>
          <p:nvPr/>
        </p:nvSpPr>
        <p:spPr>
          <a:xfrm>
            <a:off x="9728200" y="0"/>
            <a:ext cx="2463800" cy="6858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a:extLst>
              <a:ext uri="{FF2B5EF4-FFF2-40B4-BE49-F238E27FC236}">
                <a16:creationId xmlns:a16="http://schemas.microsoft.com/office/drawing/2014/main" id="{5CA4BE35-343F-A22E-52EA-151B8743A3E3}"/>
              </a:ext>
            </a:extLst>
          </p:cNvPr>
          <p:cNvSpPr txBox="1"/>
          <p:nvPr/>
        </p:nvSpPr>
        <p:spPr>
          <a:xfrm>
            <a:off x="424953" y="306902"/>
            <a:ext cx="5412059" cy="2492990"/>
          </a:xfrm>
          <a:prstGeom prst="rect">
            <a:avLst/>
          </a:prstGeom>
          <a:noFill/>
        </p:spPr>
        <p:txBody>
          <a:bodyPr wrap="none" rtlCol="0">
            <a:spAutoFit/>
          </a:bodyPr>
          <a:lstStyle/>
          <a:p>
            <a:r>
              <a:rPr kumimoji="1" lang="en-US" altLang="zh-CN" sz="15200" dirty="0">
                <a:solidFill>
                  <a:schemeClr val="bg1">
                    <a:lumMod val="95000"/>
                  </a:schemeClr>
                </a:solidFill>
                <a:latin typeface="Source Han Sans CN Heavy" panose="020B0500000000000000" pitchFamily="34" charset="-128"/>
                <a:ea typeface="Source Han Sans CN Heavy" panose="020B0500000000000000" pitchFamily="34" charset="-128"/>
              </a:rPr>
              <a:t>2O2X</a:t>
            </a:r>
            <a:endParaRPr kumimoji="1" lang="zh-CN" altLang="en-US" sz="15200" dirty="0">
              <a:solidFill>
                <a:schemeClr val="bg1">
                  <a:lumMod val="95000"/>
                </a:schemeClr>
              </a:solidFill>
              <a:latin typeface="Source Han Sans CN Heavy" panose="020B0500000000000000" pitchFamily="34" charset="-128"/>
              <a:ea typeface="Source Han Sans CN Heavy" panose="020B0500000000000000" pitchFamily="34" charset="-128"/>
            </a:endParaRPr>
          </a:p>
        </p:txBody>
      </p:sp>
      <p:sp>
        <p:nvSpPr>
          <p:cNvPr id="5" name="文本框 4">
            <a:extLst>
              <a:ext uri="{FF2B5EF4-FFF2-40B4-BE49-F238E27FC236}">
                <a16:creationId xmlns:a16="http://schemas.microsoft.com/office/drawing/2014/main" id="{17C02891-6EDE-D807-7186-B9BBC66AA06D}"/>
              </a:ext>
            </a:extLst>
          </p:cNvPr>
          <p:cNvSpPr txBox="1"/>
          <p:nvPr/>
        </p:nvSpPr>
        <p:spPr>
          <a:xfrm>
            <a:off x="487680" y="2269989"/>
            <a:ext cx="8072119" cy="1415772"/>
          </a:xfrm>
          <a:prstGeom prst="rect">
            <a:avLst/>
          </a:prstGeom>
          <a:noFill/>
        </p:spPr>
        <p:txBody>
          <a:bodyPr wrap="square" rtlCol="0">
            <a:spAutoFit/>
          </a:bodyPr>
          <a:lstStyle/>
          <a:p>
            <a:pPr algn="dist"/>
            <a:r>
              <a:rPr kumimoji="1" lang="zh-CN" altLang="en-US" sz="6800" dirty="0">
                <a:solidFill>
                  <a:schemeClr val="tx1">
                    <a:lumMod val="75000"/>
                    <a:lumOff val="25000"/>
                  </a:schemeClr>
                </a:solidFill>
                <a:latin typeface="+mj-ea"/>
                <a:ea typeface="+mj-ea"/>
              </a:rPr>
              <a:t>汇报结束 </a:t>
            </a:r>
            <a:r>
              <a:rPr kumimoji="1" lang="zh-CN" altLang="en-US" sz="8600" dirty="0">
                <a:solidFill>
                  <a:srgbClr val="0070C0"/>
                </a:solidFill>
                <a:latin typeface="+mj-ea"/>
                <a:ea typeface="+mj-ea"/>
              </a:rPr>
              <a:t>感谢</a:t>
            </a:r>
            <a:r>
              <a:rPr kumimoji="1" lang="zh-CN" altLang="en-US" sz="6800" dirty="0">
                <a:solidFill>
                  <a:schemeClr val="tx1">
                    <a:lumMod val="75000"/>
                    <a:lumOff val="25000"/>
                  </a:schemeClr>
                </a:solidFill>
                <a:latin typeface="+mj-ea"/>
                <a:ea typeface="+mj-ea"/>
              </a:rPr>
              <a:t>聆听</a:t>
            </a:r>
          </a:p>
        </p:txBody>
      </p:sp>
      <p:sp>
        <p:nvSpPr>
          <p:cNvPr id="6" name="文本框 5">
            <a:extLst>
              <a:ext uri="{FF2B5EF4-FFF2-40B4-BE49-F238E27FC236}">
                <a16:creationId xmlns:a16="http://schemas.microsoft.com/office/drawing/2014/main" id="{DD56C7E2-38C8-41B5-0A37-6F006BBAF354}"/>
              </a:ext>
            </a:extLst>
          </p:cNvPr>
          <p:cNvSpPr txBox="1"/>
          <p:nvPr/>
        </p:nvSpPr>
        <p:spPr>
          <a:xfrm>
            <a:off x="492760" y="4147910"/>
            <a:ext cx="6400800" cy="472502"/>
          </a:xfrm>
          <a:prstGeom prst="rect">
            <a:avLst/>
          </a:prstGeom>
          <a:noFill/>
        </p:spPr>
        <p:txBody>
          <a:bodyPr wrap="square" rtlCol="0">
            <a:spAutoFit/>
          </a:bodyPr>
          <a:lstStyle/>
          <a:p>
            <a:pPr>
              <a:lnSpc>
                <a:spcPct val="150000"/>
              </a:lnSpc>
            </a:pPr>
            <a:r>
              <a:rPr kumimoji="1" lang="en" altLang="zh-CN" sz="900" dirty="0">
                <a:solidFill>
                  <a:schemeClr val="bg1">
                    <a:lumMod val="65000"/>
                  </a:schemeClr>
                </a:solidFill>
                <a:latin typeface="+mn-ea"/>
              </a:rPr>
              <a:t>YOUR CONTENT IS ENTERED HERE, OR BY COPYING YOUR TEXT, SELECT PASTE IN THIS BOX AND CHOOSE TO RETAIN ONLY TEXT. YOUR CONTENT IS TYPED HERE, OR BY COPYING YOUR TEXT, SELECT PASTE IN THIS BOX.</a:t>
            </a:r>
          </a:p>
        </p:txBody>
      </p:sp>
      <p:sp>
        <p:nvSpPr>
          <p:cNvPr id="7" name="矩形 6">
            <a:extLst>
              <a:ext uri="{FF2B5EF4-FFF2-40B4-BE49-F238E27FC236}">
                <a16:creationId xmlns:a16="http://schemas.microsoft.com/office/drawing/2014/main" id="{267B2A73-C511-DDD8-0592-A28844CBA930}"/>
              </a:ext>
            </a:extLst>
          </p:cNvPr>
          <p:cNvSpPr/>
          <p:nvPr/>
        </p:nvSpPr>
        <p:spPr>
          <a:xfrm>
            <a:off x="616936" y="5080809"/>
            <a:ext cx="2735864" cy="497275"/>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a:extLst>
              <a:ext uri="{FF2B5EF4-FFF2-40B4-BE49-F238E27FC236}">
                <a16:creationId xmlns:a16="http://schemas.microsoft.com/office/drawing/2014/main" id="{A3F57F30-4763-9F74-9541-74025B2FC1C0}"/>
              </a:ext>
            </a:extLst>
          </p:cNvPr>
          <p:cNvSpPr txBox="1"/>
          <p:nvPr/>
        </p:nvSpPr>
        <p:spPr>
          <a:xfrm>
            <a:off x="566476" y="6352839"/>
            <a:ext cx="3256224" cy="276999"/>
          </a:xfrm>
          <a:prstGeom prst="rect">
            <a:avLst/>
          </a:prstGeom>
          <a:noFill/>
        </p:spPr>
        <p:txBody>
          <a:bodyPr wrap="square" rtlCol="0">
            <a:spAutoFit/>
          </a:bodyPr>
          <a:lstStyle/>
          <a:p>
            <a:pPr algn="dist"/>
            <a:r>
              <a:rPr kumimoji="1" lang="zh-CN" altLang="en-US" sz="1200" dirty="0">
                <a:solidFill>
                  <a:schemeClr val="tx1">
                    <a:lumMod val="75000"/>
                    <a:lumOff val="25000"/>
                  </a:schemeClr>
                </a:solidFill>
                <a:latin typeface="+mn-ea"/>
              </a:rPr>
              <a:t>商务办公系列</a:t>
            </a:r>
            <a:r>
              <a:rPr kumimoji="1" lang="en-US" altLang="zh-CN" sz="1200" dirty="0">
                <a:solidFill>
                  <a:schemeClr val="tx1">
                    <a:lumMod val="75000"/>
                    <a:lumOff val="25000"/>
                  </a:schemeClr>
                </a:solidFill>
                <a:latin typeface="+mn-ea"/>
              </a:rPr>
              <a:t>PPT</a:t>
            </a:r>
            <a:r>
              <a:rPr kumimoji="1" lang="zh-CN" altLang="en-US" sz="1200" dirty="0">
                <a:solidFill>
                  <a:schemeClr val="tx1">
                    <a:lumMod val="75000"/>
                    <a:lumOff val="25000"/>
                  </a:schemeClr>
                </a:solidFill>
                <a:latin typeface="+mn-ea"/>
              </a:rPr>
              <a:t>模板</a:t>
            </a:r>
          </a:p>
        </p:txBody>
      </p:sp>
      <p:sp>
        <p:nvSpPr>
          <p:cNvPr id="9" name="文本框 8">
            <a:extLst>
              <a:ext uri="{FF2B5EF4-FFF2-40B4-BE49-F238E27FC236}">
                <a16:creationId xmlns:a16="http://schemas.microsoft.com/office/drawing/2014/main" id="{CFF6F30E-3DBD-38A3-ED23-FCEC6519793F}"/>
              </a:ext>
            </a:extLst>
          </p:cNvPr>
          <p:cNvSpPr txBox="1"/>
          <p:nvPr/>
        </p:nvSpPr>
        <p:spPr>
          <a:xfrm>
            <a:off x="495301" y="3638061"/>
            <a:ext cx="5684569" cy="523220"/>
          </a:xfrm>
          <a:prstGeom prst="rect">
            <a:avLst/>
          </a:prstGeom>
          <a:noFill/>
        </p:spPr>
        <p:txBody>
          <a:bodyPr wrap="none" rtlCol="0">
            <a:spAutoFit/>
          </a:bodyPr>
          <a:lstStyle/>
          <a:p>
            <a:r>
              <a:rPr kumimoji="1" lang="en-US" altLang="zh-CN" sz="2800" dirty="0">
                <a:solidFill>
                  <a:schemeClr val="tx1">
                    <a:lumMod val="75000"/>
                    <a:lumOff val="25000"/>
                  </a:schemeClr>
                </a:solidFill>
                <a:latin typeface="+mj-ea"/>
                <a:ea typeface="+mj-ea"/>
              </a:rPr>
              <a:t>2O2X</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BUSINESS</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WORK</a:t>
            </a:r>
            <a:r>
              <a:rPr kumimoji="1" lang="zh-CN" altLang="en-US" sz="2800" dirty="0">
                <a:solidFill>
                  <a:schemeClr val="tx1">
                    <a:lumMod val="75000"/>
                    <a:lumOff val="25000"/>
                  </a:schemeClr>
                </a:solidFill>
                <a:latin typeface="+mj-ea"/>
                <a:ea typeface="+mj-ea"/>
              </a:rPr>
              <a:t> </a:t>
            </a:r>
            <a:r>
              <a:rPr kumimoji="1" lang="en-US" altLang="zh-CN" sz="2800" dirty="0">
                <a:solidFill>
                  <a:schemeClr val="tx1">
                    <a:lumMod val="75000"/>
                    <a:lumOff val="25000"/>
                  </a:schemeClr>
                </a:solidFill>
                <a:latin typeface="+mj-ea"/>
                <a:ea typeface="+mj-ea"/>
              </a:rPr>
              <a:t>REPORT</a:t>
            </a:r>
            <a:endParaRPr kumimoji="1" lang="zh-CN" altLang="en-US" sz="2800" dirty="0">
              <a:solidFill>
                <a:schemeClr val="tx1">
                  <a:lumMod val="75000"/>
                  <a:lumOff val="25000"/>
                </a:schemeClr>
              </a:solidFill>
              <a:latin typeface="+mj-ea"/>
              <a:ea typeface="+mj-ea"/>
            </a:endParaRPr>
          </a:p>
        </p:txBody>
      </p:sp>
      <p:sp>
        <p:nvSpPr>
          <p:cNvPr id="10" name="文本框 9">
            <a:extLst>
              <a:ext uri="{FF2B5EF4-FFF2-40B4-BE49-F238E27FC236}">
                <a16:creationId xmlns:a16="http://schemas.microsoft.com/office/drawing/2014/main" id="{966F17EB-8A26-51F7-619A-440A22676AD9}"/>
              </a:ext>
            </a:extLst>
          </p:cNvPr>
          <p:cNvSpPr txBox="1"/>
          <p:nvPr/>
        </p:nvSpPr>
        <p:spPr>
          <a:xfrm>
            <a:off x="668076" y="5172869"/>
            <a:ext cx="2595824" cy="338554"/>
          </a:xfrm>
          <a:prstGeom prst="rect">
            <a:avLst/>
          </a:prstGeom>
          <a:noFill/>
        </p:spPr>
        <p:txBody>
          <a:bodyPr wrap="square" rtlCol="0">
            <a:spAutoFit/>
          </a:bodyPr>
          <a:lstStyle/>
          <a:p>
            <a:pPr algn="dist"/>
            <a:r>
              <a:rPr kumimoji="1" lang="zh-CN" altLang="en-US" sz="1600" dirty="0">
                <a:solidFill>
                  <a:schemeClr val="bg1"/>
                </a:solidFill>
              </a:rPr>
              <a:t>汇报人：</a:t>
            </a:r>
          </a:p>
        </p:txBody>
      </p:sp>
      <p:sp>
        <p:nvSpPr>
          <p:cNvPr id="11" name="文本框 10">
            <a:extLst>
              <a:ext uri="{FF2B5EF4-FFF2-40B4-BE49-F238E27FC236}">
                <a16:creationId xmlns:a16="http://schemas.microsoft.com/office/drawing/2014/main" id="{BE5ECEB1-B2AD-B4C0-45F5-AF3EE08717E1}"/>
              </a:ext>
            </a:extLst>
          </p:cNvPr>
          <p:cNvSpPr txBox="1"/>
          <p:nvPr/>
        </p:nvSpPr>
        <p:spPr>
          <a:xfrm>
            <a:off x="5525555" y="551029"/>
            <a:ext cx="5883342" cy="1446550"/>
          </a:xfrm>
          <a:prstGeom prst="rect">
            <a:avLst/>
          </a:prstGeom>
          <a:noFill/>
        </p:spPr>
        <p:txBody>
          <a:bodyPr wrap="none" rtlCol="0">
            <a:spAutoFit/>
          </a:bodyPr>
          <a:lstStyle/>
          <a:p>
            <a:r>
              <a:rPr kumimoji="1" lang="en-US" altLang="zh-CN" sz="8600" dirty="0">
                <a:solidFill>
                  <a:schemeClr val="bg1">
                    <a:lumMod val="95000"/>
                  </a:schemeClr>
                </a:solidFill>
                <a:latin typeface="Source Han Sans CN Heavy" panose="020B0500000000000000" pitchFamily="34" charset="-128"/>
                <a:ea typeface="Source Han Sans CN Heavy" panose="020B0500000000000000" pitchFamily="34" charset="-128"/>
              </a:rPr>
              <a:t>COMPA</a:t>
            </a:r>
            <a:r>
              <a:rPr kumimoji="1" lang="en-US" altLang="zh-CN" sz="8600" dirty="0">
                <a:solidFill>
                  <a:schemeClr val="bg1"/>
                </a:solidFill>
                <a:latin typeface="Source Han Sans CN Heavy" panose="020B0500000000000000" pitchFamily="34" charset="-128"/>
                <a:ea typeface="Source Han Sans CN Heavy" panose="020B0500000000000000" pitchFamily="34" charset="-128"/>
              </a:rPr>
              <a:t>NY</a:t>
            </a:r>
            <a:endParaRPr kumimoji="1" lang="zh-CN" altLang="en-US" sz="8600" dirty="0">
              <a:solidFill>
                <a:schemeClr val="bg1"/>
              </a:solidFill>
              <a:latin typeface="Source Han Sans CN Heavy" panose="020B0500000000000000" pitchFamily="34" charset="-128"/>
              <a:ea typeface="Source Han Sans CN Heavy" panose="020B0500000000000000" pitchFamily="34" charset="-128"/>
            </a:endParaRPr>
          </a:p>
        </p:txBody>
      </p:sp>
      <p:pic>
        <p:nvPicPr>
          <p:cNvPr id="12" name="图片 11">
            <a:extLst>
              <a:ext uri="{FF2B5EF4-FFF2-40B4-BE49-F238E27FC236}">
                <a16:creationId xmlns:a16="http://schemas.microsoft.com/office/drawing/2014/main" id="{65364404-8AAA-B90D-5E5E-71EF6A56BC0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938757" y="1511300"/>
            <a:ext cx="4253243" cy="5348542"/>
          </a:xfrm>
          <a:prstGeom prst="rect">
            <a:avLst/>
          </a:prstGeom>
        </p:spPr>
      </p:pic>
      <p:sp>
        <p:nvSpPr>
          <p:cNvPr id="13" name="文本框 12">
            <a:extLst>
              <a:ext uri="{FF2B5EF4-FFF2-40B4-BE49-F238E27FC236}">
                <a16:creationId xmlns:a16="http://schemas.microsoft.com/office/drawing/2014/main" id="{9FB952A1-D50F-DFEF-F53D-9BFB5AE2A2F6}"/>
              </a:ext>
            </a:extLst>
          </p:cNvPr>
          <p:cNvSpPr txBox="1"/>
          <p:nvPr/>
        </p:nvSpPr>
        <p:spPr>
          <a:xfrm>
            <a:off x="5632096" y="1677010"/>
            <a:ext cx="2800767" cy="861774"/>
          </a:xfrm>
          <a:prstGeom prst="rect">
            <a:avLst/>
          </a:prstGeom>
          <a:noFill/>
        </p:spPr>
        <p:txBody>
          <a:bodyPr wrap="none" rtlCol="0">
            <a:spAutoFit/>
          </a:bodyPr>
          <a:lstStyle/>
          <a:p>
            <a:r>
              <a:rPr kumimoji="1" lang="en-US" altLang="zh-CN" sz="5000" dirty="0">
                <a:solidFill>
                  <a:schemeClr val="bg1">
                    <a:lumMod val="95000"/>
                  </a:schemeClr>
                </a:solidFill>
                <a:latin typeface="+mj-ea"/>
                <a:ea typeface="+mj-ea"/>
              </a:rPr>
              <a:t>SLOGAN</a:t>
            </a:r>
            <a:endParaRPr kumimoji="1" lang="zh-CN" altLang="en-US" sz="5000" dirty="0">
              <a:solidFill>
                <a:schemeClr val="bg1">
                  <a:lumMod val="95000"/>
                </a:schemeClr>
              </a:solidFill>
              <a:latin typeface="+mj-ea"/>
              <a:ea typeface="+mj-ea"/>
            </a:endParaRPr>
          </a:p>
        </p:txBody>
      </p:sp>
    </p:spTree>
    <p:extLst>
      <p:ext uri="{BB962C8B-B14F-4D97-AF65-F5344CB8AC3E}">
        <p14:creationId xmlns:p14="http://schemas.microsoft.com/office/powerpoint/2010/main" val="53399004"/>
      </p:ext>
    </p:extLst>
  </p:cSld>
  <p:clrMapOvr>
    <a:masterClrMapping/>
  </p:clrMapOvr>
  <mc:AlternateContent xmlns:mc="http://schemas.openxmlformats.org/markup-compatibility/2006" xmlns:p14="http://schemas.microsoft.com/office/powerpoint/2010/main">
    <mc:Choice Requires="p14">
      <p:transition spd="slow" p14:dur="2000" advTm="3000"/>
    </mc:Choice>
    <mc:Fallback xmlns="">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blinds(horizontal)">
                                      <p:cBhvr>
                                        <p:cTn id="12" dur="500"/>
                                        <p:tgtEl>
                                          <p:spTgt spid="9"/>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par>
                                <p:cTn id="16" presetID="3" presetClass="entr" presetSubtype="1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linds(horizontal)">
                                      <p:cBhvr>
                                        <p:cTn id="21"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9" grpId="0"/>
      <p:bldP spid="10"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 name="ISPRING_FIRST_PUBLISH" val="1"/>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588ku">
      <a:majorFont>
        <a:latin typeface="Arial Black"/>
        <a:ea typeface="思源黑体 CN Bold"/>
        <a:cs typeface=""/>
      </a:majorFont>
      <a:minorFont>
        <a:latin typeface="Arial"/>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4784</TotalTime>
  <Words>2107</Words>
  <Application>Microsoft Office PowerPoint</Application>
  <PresentationFormat>宽屏</PresentationFormat>
  <Paragraphs>316</Paragraphs>
  <Slides>20</Slides>
  <Notes>20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20</vt:i4>
      </vt:variant>
    </vt:vector>
  </HeadingPairs>
  <TitlesOfParts>
    <vt:vector size="30" baseType="lpstr">
      <vt:lpstr>Source Han Sans CN Heavy</vt:lpstr>
      <vt:lpstr>阿里巴巴普惠体 Medium</vt:lpstr>
      <vt:lpstr>DengXian</vt:lpstr>
      <vt:lpstr>思源黑体</vt:lpstr>
      <vt:lpstr>思源宋体 CN Heavy</vt:lpstr>
      <vt:lpstr>微软雅黑</vt:lpstr>
      <vt:lpstr>Arial</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工作总结</dc:title>
  <dc:creator>第一PPT，www.1ppt.com</dc:creator>
  <cp:keywords>www.1ppt.com</cp:keywords>
  <dc:description>第一PPT</dc:description>
  <cp:lastModifiedBy>尘 落</cp:lastModifiedBy>
  <cp:revision>676</cp:revision>
  <dcterms:created xsi:type="dcterms:W3CDTF">2018-06-17T04:53:58Z</dcterms:created>
  <dcterms:modified xsi:type="dcterms:W3CDTF">2026-07-24T00:55:28Z</dcterms:modified>
</cp:coreProperties>
</file>